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4033" r:id="rId4"/>
  </p:sldMasterIdLst>
  <p:notesMasterIdLst>
    <p:notesMasterId r:id="rId63"/>
  </p:notesMasterIdLst>
  <p:handoutMasterIdLst>
    <p:handoutMasterId r:id="rId64"/>
  </p:handoutMasterIdLst>
  <p:sldIdLst>
    <p:sldId id="256" r:id="rId14"/>
    <p:sldId id="257" r:id="rId15"/>
    <p:sldId id="258" r:id="rId16"/>
    <p:sldId id="259" r:id="rId17"/>
    <p:sldId id="260" r:id="rId18"/>
    <p:sldId id="261" r:id="rId19"/>
  </p:sldIdLst>
  <p:sldSz cx="9906000" cy="6858000" type="A4"/>
  <p:notesSz cx="6807200" cy="9939338"/>
  <p:defaultTextStyle>
    <a:defPPr>
      <a:defRPr lang="ko-KR"/>
    </a:defPPr>
    <a:lvl1pPr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 Injung" initials="YI" lastIdx="7" clrIdx="0">
    <p:extLst>
      <p:ext uri="{19B8F6BF-5375-455C-9EA6-DF929625EA0E}">
        <p15:presenceInfo xmlns:p15="http://schemas.microsoft.com/office/powerpoint/2012/main" userId="d99079c8182c48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1F2"/>
    <a:srgbClr val="000000"/>
    <a:srgbClr val="DCE6F4"/>
    <a:srgbClr val="F2F2F2"/>
    <a:srgbClr val="FFFFFF"/>
    <a:srgbClr val="B5CAE6"/>
    <a:srgbClr val="E6E6E6"/>
    <a:srgbClr val="D7D7D7"/>
    <a:srgbClr val="AFD6F3"/>
    <a:srgbClr val="8EB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F2036-FE44-4D8C-B50B-A90A26A3EFB0}" v="1" dt="2025-10-23T04:26:42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92929" autoAdjust="0"/>
  </p:normalViewPr>
  <p:slideViewPr>
    <p:cSldViewPr showGuides="1">
      <p:cViewPr varScale="1">
        <p:scale>
          <a:sx n="91" d="100"/>
          <a:sy n="91" d="100"/>
        </p:scale>
        <p:origin x="13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73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commentAuthors" Target="commentAuthors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microsoft.com/office/2016/11/relationships/changesInfo" Target="changesInfos/changesInfo1.xml"/><Relationship Id="rId7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임 태형" userId="7e78a810-ab85-416d-a049-5396a7b7fb62" providerId="ADAL" clId="{ABA0EAD8-9D0A-4162-B7F0-0386EAD7EFBC}"/>
    <pc:docChg chg="undo redo custSel addSld delSld modSld">
      <pc:chgData name="임 태형" userId="7e78a810-ab85-416d-a049-5396a7b7fb62" providerId="ADAL" clId="{ABA0EAD8-9D0A-4162-B7F0-0386EAD7EFBC}" dt="2025-09-14T06:38:34.308" v="12182" actId="47"/>
      <pc:docMkLst>
        <pc:docMk/>
      </pc:docMkLst>
      <pc:sldChg chg="addSp delSp modSp mod">
        <pc:chgData name="임 태형" userId="7e78a810-ab85-416d-a049-5396a7b7fb62" providerId="ADAL" clId="{ABA0EAD8-9D0A-4162-B7F0-0386EAD7EFBC}" dt="2025-09-14T03:54:02.281" v="6980" actId="115"/>
        <pc:sldMkLst>
          <pc:docMk/>
          <pc:sldMk cId="1255334948" sldId="18245"/>
        </pc:sldMkLst>
      </pc:sldChg>
      <pc:sldChg chg="addSp delSp modSp del mod">
        <pc:chgData name="임 태형" userId="7e78a810-ab85-416d-a049-5396a7b7fb62" providerId="ADAL" clId="{ABA0EAD8-9D0A-4162-B7F0-0386EAD7EFBC}" dt="2025-09-14T06:38:34.308" v="12182" actId="47"/>
        <pc:sldMkLst>
          <pc:docMk/>
          <pc:sldMk cId="341681582" sldId="2147480426"/>
        </pc:sldMkLst>
      </pc:sldChg>
      <pc:sldChg chg="addSp delSp modSp add mod">
        <pc:chgData name="임 태형" userId="7e78a810-ab85-416d-a049-5396a7b7fb62" providerId="ADAL" clId="{ABA0EAD8-9D0A-4162-B7F0-0386EAD7EFBC}" dt="2025-09-14T06:38:17.977" v="12181" actId="165"/>
        <pc:sldMkLst>
          <pc:docMk/>
          <pc:sldMk cId="1750597495" sldId="2147480435"/>
        </pc:sldMkLst>
      </pc:sldChg>
      <pc:sldChg chg="modSp add del mod">
        <pc:chgData name="임 태형" userId="7e78a810-ab85-416d-a049-5396a7b7fb62" providerId="ADAL" clId="{ABA0EAD8-9D0A-4162-B7F0-0386EAD7EFBC}" dt="2025-09-14T03:33:35.472" v="6131" actId="47"/>
        <pc:sldMkLst>
          <pc:docMk/>
          <pc:sldMk cId="2893587015" sldId="2147480435"/>
        </pc:sldMkLst>
      </pc:sldChg>
      <pc:sldChg chg="add del">
        <pc:chgData name="임 태형" userId="7e78a810-ab85-416d-a049-5396a7b7fb62" providerId="ADAL" clId="{ABA0EAD8-9D0A-4162-B7F0-0386EAD7EFBC}" dt="2025-09-14T02:21:24.635" v="1254" actId="47"/>
        <pc:sldMkLst>
          <pc:docMk/>
          <pc:sldMk cId="3242161547" sldId="2147480436"/>
        </pc:sldMkLst>
      </pc:sldChg>
    </pc:docChg>
  </pc:docChgLst>
  <pc:docChgLst>
    <pc:chgData name="박 창규" userId="fef3e9c2-3755-4c94-893d-f890b45660c5" providerId="ADAL" clId="{97B709D6-194E-4F3A-B451-A62AD0A62387}"/>
    <pc:docChg chg="undo custSel addSld delSld">
      <pc:chgData name="박 창규" userId="fef3e9c2-3755-4c94-893d-f890b45660c5" providerId="ADAL" clId="{97B709D6-194E-4F3A-B451-A62AD0A62387}" dt="2025-10-22T02:02:05.266" v="1" actId="680"/>
      <pc:docMkLst>
        <pc:docMk/>
      </pc:docMkLst>
      <pc:sldChg chg="new del">
        <pc:chgData name="박 창규" userId="fef3e9c2-3755-4c94-893d-f890b45660c5" providerId="ADAL" clId="{97B709D6-194E-4F3A-B451-A62AD0A62387}" dt="2025-10-22T02:02:05.266" v="1" actId="680"/>
        <pc:sldMkLst>
          <pc:docMk/>
          <pc:sldMk cId="2494753750" sldId="2147480436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60293EF-758F-4F03-AAD3-34761D37E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3DBB2D-70BF-4A8D-A865-E0745EEACC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EBEAC-727A-4214-A8AA-DCC9B956BEA4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06F2F4-5BF6-4830-B40C-2C63661946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6CAE1B-76EE-4493-AB98-2403D15593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2FBB0-C644-4AD1-A579-7C69060ED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852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38175" y="357188"/>
            <a:ext cx="5530850" cy="3830637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187257"/>
            <a:ext cx="5445760" cy="50557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World돋움체 Light" panose="00000300000000000000" pitchFamily="2" charset="-127"/>
                <a:ea typeface="KoPubWorld돋움체 Light" panose="00000300000000000000" pitchFamily="2" charset="-127"/>
              </a:defRPr>
            </a:lvl1pPr>
          </a:lstStyle>
          <a:p>
            <a:fld id="{5F703438-A338-400F-9BD8-6EB59D931C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8142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1" userDrawn="1">
          <p15:clr>
            <a:srgbClr val="F26B43"/>
          </p15:clr>
        </p15:guide>
        <p15:guide id="2" pos="2144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5FBF5EA-28C2-2471-D666-BCABB0E36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35" y="56842"/>
            <a:ext cx="9796130" cy="2551890"/>
          </a:xfrm>
          <a:prstGeom prst="rect">
            <a:avLst/>
          </a:prstGeom>
        </p:spPr>
      </p:pic>
      <p:sp>
        <p:nvSpPr>
          <p:cNvPr id="6" name="Rectangle 1035">
            <a:extLst>
              <a:ext uri="{FF2B5EF4-FFF2-40B4-BE49-F238E27FC236}">
                <a16:creationId xmlns:a16="http://schemas.microsoft.com/office/drawing/2014/main" id="{9E40CFC0-87AD-2827-4D79-9B0DAA030C0E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1038225" y="3212466"/>
            <a:ext cx="7831138" cy="433068"/>
          </a:xfrm>
          <a:prstGeom prst="rect">
            <a:avLst/>
          </a:prstGeom>
          <a:ln algn="ctr"/>
        </p:spPr>
        <p:txBody>
          <a:bodyPr lIns="0" rIns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ko-KR" sz="2200" b="1" u="none" kern="100" spc="-150" baseline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ko-KR"/>
              <a:t>22pt. </a:t>
            </a:r>
            <a:r>
              <a:rPr lang="ko-KR" altLang="en-US" err="1"/>
              <a:t>맑은고딕</a:t>
            </a:r>
            <a:r>
              <a:rPr lang="ko-KR" altLang="en-US"/>
              <a:t> 굵게</a:t>
            </a:r>
            <a:r>
              <a:rPr lang="en-US" altLang="ko-KR"/>
              <a:t>, </a:t>
            </a:r>
            <a:r>
              <a:rPr lang="ko-KR" altLang="en-US"/>
              <a:t>자간 좁게 </a:t>
            </a:r>
            <a:r>
              <a:rPr lang="en-US" altLang="ko-KR"/>
              <a:t>1pt</a:t>
            </a:r>
          </a:p>
        </p:txBody>
      </p:sp>
      <p:sp>
        <p:nvSpPr>
          <p:cNvPr id="7" name="Rectangle 1036">
            <a:extLst>
              <a:ext uri="{FF2B5EF4-FFF2-40B4-BE49-F238E27FC236}">
                <a16:creationId xmlns:a16="http://schemas.microsoft.com/office/drawing/2014/main" id="{622425D6-7071-C0FC-347A-07A83854DB1A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038225" y="3981581"/>
            <a:ext cx="7831138" cy="279180"/>
          </a:xfrm>
          <a:prstGeom prst="rect">
            <a:avLst/>
          </a:prstGeom>
        </p:spPr>
        <p:txBody>
          <a:bodyPr lIns="0" rIns="0"/>
          <a:lstStyle>
            <a:lvl1pPr algn="ct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lang="ko-KR" altLang="en-US" sz="1200" b="0" kern="100" spc="-100" baseline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/>
                </a:solidFill>
                <a:latin typeface="+mn-ea"/>
                <a:ea typeface="+mn-ea"/>
                <a:cs typeface="맑은 고딕 Semilight" panose="020B0502040204020203" pitchFamily="50" charset="-127"/>
              </a:defRPr>
            </a:lvl1pPr>
          </a:lstStyle>
          <a:p>
            <a:r>
              <a:rPr lang="en-US" altLang="ko-KR"/>
              <a:t>12pt. </a:t>
            </a:r>
            <a:r>
              <a:rPr lang="ko-KR" altLang="en-US" err="1"/>
              <a:t>맑은고딕</a:t>
            </a:r>
            <a:r>
              <a:rPr lang="ko-KR" altLang="en-US"/>
              <a:t> 굵게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14DD2AB-9106-0506-DA20-95D8E46C7C08}"/>
              </a:ext>
            </a:extLst>
          </p:cNvPr>
          <p:cNvGrpSpPr/>
          <p:nvPr userDrawn="1"/>
        </p:nvGrpSpPr>
        <p:grpSpPr>
          <a:xfrm>
            <a:off x="757238" y="5912819"/>
            <a:ext cx="8391525" cy="711540"/>
            <a:chOff x="757238" y="5912819"/>
            <a:chExt cx="8391525" cy="711540"/>
          </a:xfrm>
        </p:grpSpPr>
        <p:sp>
          <p:nvSpPr>
            <p:cNvPr id="9" name="Rectangle 65">
              <a:extLst>
                <a:ext uri="{FF2B5EF4-FFF2-40B4-BE49-F238E27FC236}">
                  <a16:creationId xmlns:a16="http://schemas.microsoft.com/office/drawing/2014/main" id="{FD9922A3-21F8-CC94-940B-BD8EA810D0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7238" y="6378586"/>
              <a:ext cx="8391525" cy="2457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0" rIns="90488" bIns="0">
              <a:spAutoFit/>
            </a:bodyPr>
            <a:lstStyle/>
            <a:p>
              <a:pPr algn="ctr" eaLnBrk="1" fontAlgn="auto" latinLnBrk="0" hangingPunct="1">
                <a:lnSpc>
                  <a:spcPct val="120000"/>
                </a:lnSpc>
                <a:defRPr/>
              </a:pPr>
              <a:r>
                <a:rPr lang="ko-KR" altLang="en-US" sz="700" b="0" i="0" spc="-50" baseline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본 문서 내의 컨텐츠는 저작권법으로 보호를 받는 ㈜휴먼컨설팅그룹의 편집저작물 및 컴퓨터프로그램저작물로서</a:t>
              </a:r>
              <a:br>
                <a:rPr lang="en-US" altLang="ko-KR" sz="700" b="0" i="0" spc="-50" baseline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</a:br>
              <a:r>
                <a:rPr lang="ko-KR" altLang="en-US" sz="700" b="0" i="0" spc="-50" baseline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이를 사전 승인 없이 복제</a:t>
              </a:r>
              <a:r>
                <a:rPr lang="en-US" altLang="ko-KR" sz="700" b="0" i="0" spc="-50" baseline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, </a:t>
              </a:r>
              <a:r>
                <a:rPr lang="ko-KR" altLang="en-US" sz="700" b="0" i="0" spc="-50" baseline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배포 및 타 용도로 활용하는 행위는 저작권법에 저촉됨을 알려드립니다</a:t>
              </a:r>
              <a:r>
                <a:rPr lang="en-US" altLang="ko-KR" sz="700" b="0" i="0" spc="-50" baseline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.</a:t>
              </a:r>
              <a:endParaRPr kumimoji="0" lang="en-US" altLang="ko-KR" sz="700" b="0" i="0" kern="100" spc="-5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9BE7949-FF37-AC1F-5AF9-1A2AC20DE1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60925" y="5912819"/>
              <a:ext cx="784151" cy="350254"/>
            </a:xfrm>
            <a:prstGeom prst="rect">
              <a:avLst/>
            </a:prstGeom>
          </p:spPr>
        </p:pic>
      </p:grpSp>
      <p:sp>
        <p:nvSpPr>
          <p:cNvPr id="5" name="Text Box 11">
            <a:extLst>
              <a:ext uri="{FF2B5EF4-FFF2-40B4-BE49-F238E27FC236}">
                <a16:creationId xmlns:a16="http://schemas.microsoft.com/office/drawing/2014/main" id="{20F7EF03-CA2F-7933-AD10-DD3CCD4377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9638" y="2580512"/>
            <a:ext cx="1076737" cy="2175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1" u="none" strike="noStrike" kern="100" cap="none" spc="-20" normalizeH="0" baseline="0" noProof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79980692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4426A9-1A36-782A-ABBD-8D6406C825CA}"/>
              </a:ext>
            </a:extLst>
          </p:cNvPr>
          <p:cNvSpPr txBox="1"/>
          <p:nvPr userDrawn="1"/>
        </p:nvSpPr>
        <p:spPr>
          <a:xfrm>
            <a:off x="550773" y="1659438"/>
            <a:ext cx="1200008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 eaLnBrk="1" fontAlgn="ctr" hangingPunct="1">
              <a:spcBef>
                <a:spcPts val="0"/>
              </a:spcBef>
              <a:spcAft>
                <a:spcPct val="0"/>
              </a:spcAft>
            </a:pPr>
            <a:r>
              <a:rPr kumimoji="1" lang="en-US" altLang="ko-Kore-KR" sz="1500" kern="100">
                <a:ln>
                  <a:solidFill>
                    <a:schemeClr val="bg2">
                      <a:alpha val="0"/>
                    </a:schemeClr>
                  </a:solidFill>
                </a:ln>
                <a:latin typeface="맑은 고딕" pitchFamily="50" charset="-127"/>
                <a:ea typeface="맑은 고딕" pitchFamily="50" charset="-127"/>
                <a:cs typeface="+mn-cs"/>
              </a:rPr>
              <a:t>CONTENTS</a:t>
            </a:r>
            <a:endParaRPr kumimoji="1" lang="ko-Kore-KR" altLang="en-US" sz="1500" kern="100" err="1">
              <a:ln>
                <a:solidFill>
                  <a:schemeClr val="bg2">
                    <a:alpha val="0"/>
                  </a:schemeClr>
                </a:solidFill>
              </a:ln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591039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1F60DAE-9185-645A-6685-F048D54A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63" y="228820"/>
            <a:ext cx="8896350" cy="27918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lang="ko-KR" altLang="en-US" sz="1200" b="1" u="none" kern="100" spc="-100" baseline="0" dirty="0">
                <a:ln>
                  <a:solidFill>
                    <a:srgbClr val="921F0B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endParaRPr lang="ko-KR" altLang="en-US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8371FD39-9DDC-8929-F0CE-6F32EE542C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463" y="501365"/>
            <a:ext cx="8895600" cy="330348"/>
          </a:xfrm>
          <a:prstGeom prst="rect">
            <a:avLst/>
          </a:prstGeom>
        </p:spPr>
        <p:txBody>
          <a:bodyPr>
            <a:spAutoFit/>
          </a:bodyPr>
          <a:lstStyle>
            <a:lvl1pPr eaLnBrk="1" fontAlgn="auto" hangingPunct="1">
              <a:lnSpc>
                <a:spcPct val="112000"/>
              </a:lnSpc>
              <a:spcBef>
                <a:spcPts val="600"/>
              </a:spcBef>
              <a:defRPr kumimoji="1" lang="ko-KR" altLang="en-US" sz="1500" b="0" kern="100" spc="-100" baseline="0" dirty="0">
                <a:ln w="1270" cap="flat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defRPr>
            </a:lvl1pPr>
          </a:lstStyle>
          <a:p>
            <a:pPr lvl="0" algn="l" rtl="0" eaLnBrk="1" fontAlgn="auto" hangingPunct="1">
              <a:lnSpc>
                <a:spcPct val="112000"/>
              </a:lnSpc>
              <a:spcBef>
                <a:spcPts val="600"/>
              </a:spcBef>
              <a:spcAft>
                <a:spcPct val="0"/>
              </a:spcAft>
              <a:buFont typeface="Wingdings" pitchFamily="2" charset="2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42064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6B261BF-AA03-558A-4BA2-8C293B68A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0287" y="1391548"/>
            <a:ext cx="4405426" cy="40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69889"/>
      </p:ext>
    </p:extLst>
  </p:cSld>
  <p:clrMapOvr>
    <a:masterClrMapping/>
  </p:clrMapOvr>
  <p:transition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35">
            <a:extLst>
              <a:ext uri="{FF2B5EF4-FFF2-40B4-BE49-F238E27FC236}">
                <a16:creationId xmlns:a16="http://schemas.microsoft.com/office/drawing/2014/main" id="{0D314538-5344-2451-5F2A-FADA72668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5463" y="228820"/>
            <a:ext cx="8896350" cy="2791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6800" rIns="90488" bIns="4680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/>
              <a:t>Headline: 12pt. </a:t>
            </a:r>
            <a:r>
              <a:rPr lang="ko-KR" altLang="en-US" err="1"/>
              <a:t>맑은고딕</a:t>
            </a:r>
            <a:r>
              <a:rPr lang="en-US" altLang="ko-KR"/>
              <a:t> </a:t>
            </a:r>
            <a:r>
              <a:rPr lang="ko-KR" altLang="en-US"/>
              <a:t>굵게</a:t>
            </a:r>
            <a:r>
              <a:rPr lang="en-US" altLang="ko-KR"/>
              <a:t>, </a:t>
            </a:r>
            <a:r>
              <a:rPr lang="ko-KR" altLang="en-US" err="1"/>
              <a:t>자간좁게</a:t>
            </a:r>
            <a:r>
              <a:rPr lang="ko-KR" altLang="en-US"/>
              <a:t> 한글</a:t>
            </a:r>
            <a:r>
              <a:rPr lang="en-US" altLang="ko-KR"/>
              <a:t>1pt/</a:t>
            </a:r>
            <a:r>
              <a:rPr lang="ko-KR" altLang="en-US"/>
              <a:t>영문</a:t>
            </a:r>
            <a:r>
              <a:rPr lang="en-US" altLang="ko-KR"/>
              <a:t>0.3pt</a:t>
            </a:r>
            <a:r>
              <a:rPr lang="ko-KR" altLang="en-US"/>
              <a:t>    </a:t>
            </a:r>
            <a:r>
              <a:rPr lang="en-US" altLang="ko-KR"/>
              <a:t>(</a:t>
            </a:r>
            <a:r>
              <a:rPr lang="ko-KR" altLang="en-US" err="1"/>
              <a:t>네칸띄고</a:t>
            </a:r>
            <a:r>
              <a:rPr lang="en-US" altLang="ko-KR"/>
              <a:t>) </a:t>
            </a:r>
            <a:r>
              <a:rPr lang="ko-KR" altLang="en-US" err="1"/>
              <a:t>맑은고딕</a:t>
            </a:r>
            <a:r>
              <a:rPr lang="en-US" altLang="ko-KR"/>
              <a:t>     (</a:t>
            </a:r>
            <a:r>
              <a:rPr lang="ko-KR" altLang="en-US" err="1"/>
              <a:t>네칸</a:t>
            </a:r>
            <a:r>
              <a:rPr lang="ko-KR" altLang="en-US"/>
              <a:t> 띄고</a:t>
            </a:r>
            <a:r>
              <a:rPr lang="en-US" altLang="ko-KR"/>
              <a:t>) </a:t>
            </a:r>
            <a:r>
              <a:rPr lang="ko-KR" altLang="en-US" err="1"/>
              <a:t>맑은고딕</a:t>
            </a:r>
            <a:r>
              <a:rPr lang="en-US" altLang="ko-KR"/>
              <a:t> </a:t>
            </a:r>
            <a:r>
              <a:rPr lang="ko-KR" altLang="en-US" err="1"/>
              <a:t>기울임체</a:t>
            </a:r>
            <a:endParaRPr lang="ko-KR" altLang="en-US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2A5DEBFC-9CAF-8C33-07FE-A59F949C2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5463" y="539750"/>
            <a:ext cx="8891587" cy="3303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auto" hangingPunct="1">
              <a:lnSpc>
                <a:spcPct val="112000"/>
              </a:lnSpc>
              <a:spcBef>
                <a:spcPts val="600"/>
              </a:spcBef>
              <a:spcAft>
                <a:spcPct val="0"/>
              </a:spcAft>
              <a:buFont typeface="Wingdings" pitchFamily="2" charset="2"/>
            </a:pPr>
            <a:r>
              <a:rPr lang="en-US" altLang="ko-KR"/>
              <a:t>Head Message: 15pt. </a:t>
            </a:r>
            <a:r>
              <a:rPr lang="ko-KR" altLang="en-US" err="1"/>
              <a:t>맑은고딕</a:t>
            </a:r>
            <a:r>
              <a:rPr lang="ko-KR" altLang="en-US"/>
              <a:t> </a:t>
            </a:r>
            <a:r>
              <a:rPr lang="en-US" altLang="ko-KR" err="1"/>
              <a:t>Semilight</a:t>
            </a:r>
            <a:r>
              <a:rPr lang="en-US" altLang="ko-KR"/>
              <a:t>, </a:t>
            </a:r>
            <a:r>
              <a:rPr lang="ko-KR" altLang="en-US"/>
              <a:t>텍스트윤곽선 </a:t>
            </a:r>
            <a:r>
              <a:rPr lang="en-US" altLang="ko-KR"/>
              <a:t>0.1pt, </a:t>
            </a:r>
            <a:r>
              <a:rPr lang="ko-KR" altLang="en-US"/>
              <a:t>한글자간 좁게 </a:t>
            </a:r>
            <a:r>
              <a:rPr lang="en-US" altLang="ko-KR"/>
              <a:t>1pt/</a:t>
            </a:r>
            <a:r>
              <a:rPr lang="ko-KR" altLang="en-US"/>
              <a:t>영문자간 표준</a:t>
            </a:r>
            <a:r>
              <a:rPr lang="en-US" altLang="ko-KR"/>
              <a:t>, </a:t>
            </a:r>
            <a:r>
              <a:rPr lang="ko-KR" altLang="en-US" err="1"/>
              <a:t>줄간격</a:t>
            </a:r>
            <a:r>
              <a:rPr lang="ko-KR" altLang="en-US"/>
              <a:t> </a:t>
            </a:r>
            <a:r>
              <a:rPr lang="en-US" altLang="ko-KR"/>
              <a:t>1.12</a:t>
            </a:r>
            <a:r>
              <a:rPr lang="ko-KR" altLang="en-US"/>
              <a:t>배수</a:t>
            </a:r>
            <a:r>
              <a:rPr lang="en-US" altLang="ko-KR"/>
              <a:t> </a:t>
            </a:r>
            <a:r>
              <a:rPr lang="ko-KR" alt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6ECA16-8AA2-2446-B29E-B506799E1450}"/>
              </a:ext>
            </a:extLst>
          </p:cNvPr>
          <p:cNvSpPr txBox="1"/>
          <p:nvPr userDrawn="1"/>
        </p:nvSpPr>
        <p:spPr>
          <a:xfrm>
            <a:off x="9042442" y="6613611"/>
            <a:ext cx="302968" cy="21627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 eaLnBrk="1" fontAlgn="base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fld id="{EC2C07F2-8924-4DEE-9F1C-3DEE2E6D9B02}" type="slidenum">
              <a:rPr lang="ko-KR" altLang="en-US" sz="800" b="0" kern="100" spc="-30" baseline="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pPr algn="r" eaLnBrk="1" fontAlgn="base" hangingPunct="1">
                <a:lnSpc>
                  <a:spcPct val="110000"/>
                </a:lnSpc>
                <a:spcBef>
                  <a:spcPts val="0"/>
                </a:spcBef>
                <a:buFont typeface="Wingdings" pitchFamily="2" charset="2"/>
                <a:buNone/>
              </a:pPr>
              <a:t>‹#›</a:t>
            </a:fld>
            <a:endParaRPr lang="ko-KR" altLang="en-US" sz="800" b="0" kern="100" spc="-30" baseline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00"/>
              </a:solidFill>
            </a:endParaRP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F18DD422-99F2-E1D5-E3BF-AC9AA09141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4851" y="6672395"/>
            <a:ext cx="313574" cy="10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2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8" r:id="rId2"/>
    <p:sldLayoutId id="2147484035" r:id="rId3"/>
    <p:sldLayoutId id="2147484039" r:id="rId4"/>
  </p:sldLayoutIdLst>
  <p:transition advClick="0"/>
  <p:hf hdr="0" ftr="0" dt="0"/>
  <p:txStyles>
    <p:titleStyle>
      <a:lvl1pPr algn="l" rtl="0" eaLnBrk="1" fontAlgn="auto" latinLnBrk="1" hangingPunct="1">
        <a:spcBef>
          <a:spcPct val="0"/>
        </a:spcBef>
        <a:spcAft>
          <a:spcPct val="0"/>
        </a:spcAft>
        <a:defRPr kumimoji="1" lang="ko-KR" altLang="en-US" sz="1200" b="1" u="none" kern="100" spc="-40" baseline="0" dirty="0">
          <a:ln>
            <a:solidFill>
              <a:srgbClr val="921F0B">
                <a:alpha val="0"/>
              </a:srgbClr>
            </a:solidFill>
          </a:ln>
          <a:solidFill>
            <a:schemeClr val="accent5">
              <a:lumMod val="50000"/>
            </a:schemeClr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algn="l" rtl="0" eaLnBrk="1" fontAlgn="auto" latinLnBrk="0" hangingPunct="1">
        <a:lnSpc>
          <a:spcPct val="110000"/>
        </a:lnSpc>
        <a:spcBef>
          <a:spcPct val="100000"/>
        </a:spcBef>
        <a:spcAft>
          <a:spcPct val="0"/>
        </a:spcAft>
        <a:buFont typeface="Wingdings" pitchFamily="2" charset="2"/>
        <a:defRPr kumimoji="1" lang="ko-KR" altLang="en-US" sz="1500" b="0" kern="100" spc="-100" baseline="0" dirty="0">
          <a:ln w="1270" cap="flat">
            <a:solidFill>
              <a:schemeClr val="tx1"/>
            </a:solidFill>
            <a:miter lim="800000"/>
          </a:ln>
          <a:solidFill>
            <a:schemeClr val="tx1">
              <a:lumMod val="85000"/>
              <a:lumOff val="15000"/>
            </a:schemeClr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맑은 고딕 Semilight" panose="020B0502040204020203" pitchFamily="50" charset="-127"/>
        </a:defRPr>
      </a:lvl1pPr>
      <a:lvl2pPr marL="457200" algn="l" rtl="0" eaLnBrk="1" fontAlgn="ctr" latinLnBrk="1" hangingPunct="1">
        <a:spcBef>
          <a:spcPts val="200"/>
        </a:spcBef>
        <a:spcAft>
          <a:spcPct val="0"/>
        </a:spcAft>
        <a:buFont typeface="돋움" pitchFamily="50" charset="-127"/>
        <a:buChar char="–"/>
        <a:defRPr kumimoji="1" sz="1400">
          <a:solidFill>
            <a:schemeClr val="tx1"/>
          </a:solidFill>
          <a:latin typeface="Arial" charset="0"/>
          <a:ea typeface="돋움" pitchFamily="50" charset="-127"/>
        </a:defRPr>
      </a:lvl2pPr>
      <a:lvl3pPr marL="914400" algn="l" rtl="0" eaLnBrk="1" fontAlgn="ctr" latinLnBrk="1" hangingPunct="1">
        <a:spcBef>
          <a:spcPts val="200"/>
        </a:spcBef>
        <a:spcAft>
          <a:spcPct val="0"/>
        </a:spcAft>
        <a:buSzPct val="100000"/>
        <a:buChar char="•"/>
        <a:defRPr kumimoji="1" sz="1400">
          <a:solidFill>
            <a:schemeClr val="tx1"/>
          </a:solidFill>
          <a:latin typeface="Arial" charset="0"/>
          <a:ea typeface="돋움" pitchFamily="50" charset="-127"/>
        </a:defRPr>
      </a:lvl3pPr>
      <a:lvl4pPr marL="1371600" algn="l" rtl="0" eaLnBrk="1" fontAlgn="ctr" latinLnBrk="1" hangingPunct="1">
        <a:spcBef>
          <a:spcPts val="200"/>
        </a:spcBef>
        <a:spcAft>
          <a:spcPct val="0"/>
        </a:spcAft>
        <a:buSzPct val="65000"/>
        <a:buFont typeface="Wingdings 3" pitchFamily="18" charset="2"/>
        <a:buChar char="–"/>
        <a:defRPr kumimoji="1" sz="1400">
          <a:solidFill>
            <a:schemeClr val="tx1"/>
          </a:solidFill>
          <a:latin typeface="Arial" charset="0"/>
          <a:ea typeface="돋움" pitchFamily="50" charset="-127"/>
        </a:defRPr>
      </a:lvl4pPr>
      <a:lvl5pPr marL="18288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5pPr>
      <a:lvl6pPr marL="22860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6pPr>
      <a:lvl7pPr marL="27432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7pPr>
      <a:lvl8pPr marL="32004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8pPr>
      <a:lvl9pPr marL="3657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3" orient="horz" pos="1207" userDrawn="1">
          <p15:clr>
            <a:srgbClr val="F26B43"/>
          </p15:clr>
        </p15:guide>
        <p15:guide id="4" orient="horz" pos="1344" userDrawn="1">
          <p15:clr>
            <a:srgbClr val="F26B43"/>
          </p15:clr>
        </p15:guide>
        <p15:guide id="5" orient="horz" pos="1412" userDrawn="1">
          <p15:clr>
            <a:srgbClr val="F26B43"/>
          </p15:clr>
        </p15:guide>
        <p15:guide id="6" orient="horz" pos="1298" userDrawn="1">
          <p15:clr>
            <a:srgbClr val="F26B43"/>
          </p15:clr>
        </p15:guide>
        <p15:guide id="7" orient="horz" pos="3861" userDrawn="1">
          <p15:clr>
            <a:srgbClr val="F26B43"/>
          </p15:clr>
        </p15:guide>
        <p15:guide id="8" orient="horz" pos="3748" userDrawn="1">
          <p15:clr>
            <a:srgbClr val="F26B43"/>
          </p15:clr>
        </p15:guide>
        <p15:guide id="9" orient="horz" pos="3974" userDrawn="1">
          <p15:clr>
            <a:srgbClr val="F26B43"/>
          </p15:clr>
        </p15:guide>
        <p15:guide id="10" orient="horz" pos="4065" userDrawn="1">
          <p15:clr>
            <a:srgbClr val="F26B43"/>
          </p15:clr>
        </p15:guide>
        <p15:guide id="11" orient="horz" pos="4269" userDrawn="1">
          <p15:clr>
            <a:srgbClr val="F26B43"/>
          </p15:clr>
        </p15:guide>
        <p15:guide id="12" pos="398" userDrawn="1">
          <p15:clr>
            <a:srgbClr val="F26B43"/>
          </p15:clr>
        </p15:guide>
        <p15:guide id="13" pos="5842" userDrawn="1">
          <p15:clr>
            <a:srgbClr val="F26B43"/>
          </p15:clr>
        </p15:guide>
        <p15:guide id="14" orient="horz" pos="125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기아 중장기 보상체계 개선 추진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- 제안서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672" y="4863693"/>
            <a:ext cx="7830007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2025. 09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1561320"/>
            <a:ext cx="7333200" cy="42840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  <a:effectLst>
            <a:outerShdw blurRad="76200" dist="38100" dir="2700000" rotWithShape="0">
              <a:srgbClr val="00000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84400" y="1791720"/>
            <a:ext cx="7052400" cy="12744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84400" y="1791720"/>
            <a:ext cx="986400" cy="1274400"/>
          </a:xfrm>
          <a:prstGeom prst="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84400" y="1791720"/>
            <a:ext cx="9864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Ⅰ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399" y="1791720"/>
            <a:ext cx="46548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i="0">
                <a:solidFill>
                  <a:srgbClr val="C72128"/>
                </a:solidFill>
                <a:latin typeface="맑은 고딕"/>
                <a:ea typeface="맑은 고딕"/>
              </a:rPr>
              <a:t>제안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7600" y="1910520"/>
            <a:ext cx="7059600" cy="1191600"/>
          </a:xfrm>
          <a:prstGeom prst="rect">
            <a:avLst/>
          </a:prstGeom>
          <a:noFill/>
          <a:ln w="19050">
            <a:solidFill>
              <a:srgbClr val="C7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84400" y="3066120"/>
            <a:ext cx="7052400" cy="12744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84400" y="3066120"/>
            <a:ext cx="986400" cy="1274400"/>
          </a:xfrm>
          <a:prstGeom prst="rect">
            <a:avLst/>
          </a:prstGeom>
          <a:solidFill>
            <a:srgbClr val="E5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84400" y="3066120"/>
            <a:ext cx="9864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399" y="3066120"/>
            <a:ext cx="46548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 i="0">
                <a:solidFill>
                  <a:srgbClr val="000000"/>
                </a:solidFill>
                <a:latin typeface="맑은 고딕"/>
                <a:ea typeface="맑은 고딕"/>
              </a:rPr>
              <a:t>수행 방안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400" y="4340520"/>
            <a:ext cx="7052400" cy="12744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84400" y="4340520"/>
            <a:ext cx="986400" cy="1274400"/>
          </a:xfrm>
          <a:prstGeom prst="rect">
            <a:avLst/>
          </a:prstGeom>
          <a:solidFill>
            <a:srgbClr val="E5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4400" y="4340520"/>
            <a:ext cx="9864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399" y="4340520"/>
            <a:ext cx="46548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 i="0">
                <a:solidFill>
                  <a:srgbClr val="000000"/>
                </a:solidFill>
                <a:latin typeface="맑은 고딕"/>
                <a:ea typeface="맑은 고딕"/>
              </a:rPr>
              <a:t>일정 및 조직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1561320"/>
            <a:ext cx="7333200" cy="42840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  <a:effectLst>
            <a:outerShdw blurRad="76200" dist="38100" dir="2700000" rotWithShape="0">
              <a:srgbClr val="00000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84400" y="1791720"/>
            <a:ext cx="7052400" cy="12744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84400" y="1791720"/>
            <a:ext cx="986400" cy="1274400"/>
          </a:xfrm>
          <a:prstGeom prst="rect">
            <a:avLst/>
          </a:prstGeom>
          <a:solidFill>
            <a:srgbClr val="E5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84400" y="1791720"/>
            <a:ext cx="9864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Ⅰ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399" y="1791720"/>
            <a:ext cx="46548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 i="0">
                <a:solidFill>
                  <a:srgbClr val="000000"/>
                </a:solidFill>
                <a:latin typeface="맑은 고딕"/>
                <a:ea typeface="맑은 고딕"/>
              </a:rPr>
              <a:t>제안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4400" y="3066120"/>
            <a:ext cx="7052400" cy="12744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84400" y="3066120"/>
            <a:ext cx="986400" cy="1274400"/>
          </a:xfrm>
          <a:prstGeom prst="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84400" y="3066120"/>
            <a:ext cx="9864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399" y="3066120"/>
            <a:ext cx="46548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i="0">
                <a:solidFill>
                  <a:srgbClr val="C72128"/>
                </a:solidFill>
                <a:latin typeface="맑은 고딕"/>
                <a:ea typeface="맑은 고딕"/>
              </a:rPr>
              <a:t>수행 방안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7600" y="3184920"/>
            <a:ext cx="7059600" cy="1191600"/>
          </a:xfrm>
          <a:prstGeom prst="rect">
            <a:avLst/>
          </a:prstGeom>
          <a:noFill/>
          <a:ln w="19050">
            <a:solidFill>
              <a:srgbClr val="C7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4400" y="4340520"/>
            <a:ext cx="7052400" cy="1274400"/>
          </a:xfrm>
          <a:prstGeom prst="rect">
            <a:avLst/>
          </a:prstGeom>
          <a:solidFill>
            <a:srgbClr val="FFFFFF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84400" y="4340520"/>
            <a:ext cx="986400" cy="1274400"/>
          </a:xfrm>
          <a:prstGeom prst="rect">
            <a:avLst/>
          </a:prstGeom>
          <a:solidFill>
            <a:srgbClr val="E5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4400" y="4340520"/>
            <a:ext cx="9864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399" y="4340520"/>
            <a:ext cx="4654800" cy="127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 i="0">
                <a:solidFill>
                  <a:srgbClr val="000000"/>
                </a:solidFill>
                <a:latin typeface="맑은 고딕"/>
                <a:ea typeface="맑은 고딕"/>
              </a:rPr>
              <a:t>일정 및 조직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HCG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HCG는 3대 핵심 역량을 통해 금번 프로젝트를 성공적으로 추진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5600" y="1874519"/>
            <a:ext cx="280670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2128"/>
            </a:solidFill>
          </a:ln>
          <a:effectLst>
            <a:outerShdw blurRad="63500" dist="31750" dir="27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5600" y="1874519"/>
            <a:ext cx="2806704" cy="566928"/>
          </a:xfrm>
          <a:prstGeom prst="round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1. 자동차 산업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472" y="2512771"/>
            <a:ext cx="2568959" cy="31747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• 현대/기아 그룹 계열사 다수 수행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• 산업 보상 트렌드 보유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70048" y="1874519"/>
            <a:ext cx="280670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2128"/>
            </a:solidFill>
          </a:ln>
          <a:effectLst>
            <a:outerShdw blurRad="63500" dist="31750" dir="27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70048" y="1874519"/>
            <a:ext cx="2806704" cy="566928"/>
          </a:xfrm>
          <a:prstGeom prst="round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2. 대기업 보상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8920" y="2512771"/>
            <a:ext cx="2568959" cy="31747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• 국내 대기업 보상 프로젝트 다수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• 복잡·세분화 주제 전문성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4496" y="1874519"/>
            <a:ext cx="280670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2128"/>
            </a:solidFill>
          </a:ln>
          <a:effectLst>
            <a:outerShdw blurRad="63500" dist="31750" dir="27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14496" y="1874519"/>
            <a:ext cx="2806704" cy="566928"/>
          </a:xfrm>
          <a:prstGeom prst="round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3. 직군별 차별화 노하우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3368" y="2512771"/>
            <a:ext cx="2568959" cy="31747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• 직군 특화 방법론 구축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• Key Question 기반 추진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600" y="6126480"/>
            <a:ext cx="889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1">
                <a:solidFill>
                  <a:srgbClr val="921F0B"/>
                </a:solidFill>
                <a:latin typeface="맑은 고딕"/>
                <a:ea typeface="맑은 고딕"/>
              </a:rPr>
              <a:t>“국내 최고 인사/조직 전문 컨설팅 역량으로 성공적 추진”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수행 방안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4단계 접근으로 중장기 보상체계 개선 추진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58468"/>
            <a:ext cx="8641994" cy="304495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중장기 보상체계 개선 4-Step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600" y="1874519"/>
            <a:ext cx="204559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2128"/>
            </a:solidFill>
          </a:ln>
          <a:effectLst>
            <a:outerShdw blurRad="63500" dist="31750" dir="27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5600" y="1874519"/>
            <a:ext cx="2045592" cy="566928"/>
          </a:xfrm>
          <a:prstGeom prst="round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1. 벤치마킹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472" y="2512771"/>
            <a:ext cx="1807848" cy="31747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</a:rPr>
              <a:t>글로벌/로컬 보상 수준 진단 및 시장 경쟁력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8935" y="1874519"/>
            <a:ext cx="204559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2128"/>
            </a:solidFill>
          </a:ln>
          <a:effectLst>
            <a:outerShdw blurRad="63500" dist="31750" dir="27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08935" y="1874519"/>
            <a:ext cx="2045592" cy="566928"/>
          </a:xfrm>
          <a:prstGeom prst="round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2. 현황 진단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7807" y="2512771"/>
            <a:ext cx="1807848" cy="31747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</a:rPr>
              <a:t>내부 보상 데이터 분석 및 Pain Point 도출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2272" y="1874519"/>
            <a:ext cx="204559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2128"/>
            </a:solidFill>
          </a:ln>
          <a:effectLst>
            <a:outerShdw blurRad="63500" dist="31750" dir="27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92272" y="1874519"/>
            <a:ext cx="2045592" cy="566928"/>
          </a:xfrm>
          <a:prstGeom prst="round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3. 체계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1143" y="2512771"/>
            <a:ext cx="1807848" cy="31747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</a:rPr>
              <a:t>직무가치 기반 Pay Band 및 성과연동 보상 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5607" y="1874519"/>
            <a:ext cx="204559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2128"/>
            </a:solidFill>
          </a:ln>
          <a:effectLst>
            <a:outerShdw blurRad="63500" dist="31750" dir="27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5607" y="1874519"/>
            <a:ext cx="2045592" cy="566928"/>
          </a:xfrm>
          <a:prstGeom prst="roundRect">
            <a:avLst/>
          </a:prstGeom>
          <a:solidFill>
            <a:srgbClr val="C7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4. 실행 로드맵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4480" y="2512771"/>
            <a:ext cx="1807848" cy="31747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</a:rPr>
              <a:t>단계적 전환 계획 및 Change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Big Data 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외부 플랫폼 + 자체 데이터 융합 분석 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49600" y="1920240"/>
            <a:ext cx="7520400" cy="1783080"/>
          </a:xfrm>
          <a:prstGeom prst="roundRect">
            <a:avLst/>
          </a:prstGeom>
          <a:solidFill>
            <a:srgbClr val="E6E6E6"/>
          </a:solidFill>
          <a:ln>
            <a:noFill/>
          </a:ln>
          <a:effectLst>
            <a:outerShdw blurRad="63500" dist="31750" dir="27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14192" y="2029968"/>
            <a:ext cx="2275152" cy="1508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050" b="1" i="0">
                <a:solidFill>
                  <a:srgbClr val="C72128"/>
                </a:solidFill>
                <a:latin typeface="맑은 고딕"/>
                <a:ea typeface="맑은 고딕"/>
              </a:rPr>
              <a:t>활성 이용자 데이터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</a:rPr>
              <a:t>월 1,000만명 제출 보상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2224" y="2029968"/>
            <a:ext cx="2275152" cy="1508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050" b="1" i="0">
                <a:solidFill>
                  <a:srgbClr val="C72128"/>
                </a:solidFill>
                <a:latin typeface="맑은 고딕"/>
                <a:ea typeface="맑은 고딕"/>
              </a:rPr>
              <a:t>자체 플랫폼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</a:rPr>
              <a:t>실시간 데이터 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0256" y="2029968"/>
            <a:ext cx="2275152" cy="1508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050" b="1" i="0">
                <a:solidFill>
                  <a:srgbClr val="C72128"/>
                </a:solidFill>
                <a:latin typeface="맑은 고딕"/>
                <a:ea typeface="맑은 고딕"/>
              </a:rPr>
              <a:t>서베이 연계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</a:rPr>
              <a:t>Mercer/Radford 등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G_Tempalte">
  <a:themeElements>
    <a:clrScheme name="HCG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FFFFFF"/>
      </a:accent1>
      <a:accent2>
        <a:srgbClr val="A1D1F1"/>
      </a:accent2>
      <a:accent3>
        <a:srgbClr val="356CB5"/>
      </a:accent3>
      <a:accent4>
        <a:srgbClr val="FFCC66"/>
      </a:accent4>
      <a:accent5>
        <a:srgbClr val="F16249"/>
      </a:accent5>
      <a:accent6>
        <a:srgbClr val="50B8B6"/>
      </a:accent6>
      <a:hlink>
        <a:srgbClr val="493FAB"/>
      </a:hlink>
      <a:folHlink>
        <a:srgbClr val="F2E0A8"/>
      </a:folHlink>
    </a:clrScheme>
    <a:fontScheme name="blank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 algn="ctr">
          <a:solidFill>
            <a:schemeClr val="bg2"/>
          </a:solidFill>
          <a:miter lim="800000"/>
          <a:headEnd/>
          <a:tailEnd/>
        </a:ln>
        <a:effectLst/>
      </a:spPr>
      <a:bodyPr wrap="square" rtlCol="0" anchor="ctr">
        <a:noAutofit/>
      </a:bodyPr>
      <a:lstStyle>
        <a:defPPr marL="144000" indent="-144000" algn="l" eaLnBrk="1" fontAlgn="auto" hangingPunct="1">
          <a:spcBef>
            <a:spcPts val="600"/>
          </a:spcBef>
          <a:buFont typeface="Wingdings" pitchFamily="2" charset="2"/>
          <a:buChar char="§"/>
          <a:defRPr kern="100" spc="-100" dirty="0">
            <a:ln>
              <a:solidFill>
                <a:schemeClr val="accent3">
                  <a:alpha val="0"/>
                </a:schemeClr>
              </a:solidFill>
            </a:ln>
          </a:defRPr>
        </a:defPPr>
      </a:lstStyle>
    </a:spDef>
    <a:lnDef>
      <a:spPr bwMode="auto">
        <a:solidFill>
          <a:schemeClr val="accent1"/>
        </a:solidFill>
        <a:ln w="63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  <a:ln w="6350">
          <a:noFill/>
        </a:ln>
      </a:spPr>
      <a:bodyPr wrap="square" lIns="90000" tIns="46800" rIns="90000" bIns="46800" rtlCol="0">
        <a:spAutoFit/>
      </a:bodyPr>
      <a:lstStyle>
        <a:defPPr marL="144000" indent="-144000" algn="l" eaLnBrk="1" fontAlgn="auto" hangingPunct="1">
          <a:spcBef>
            <a:spcPts val="600"/>
          </a:spcBef>
          <a:buFont typeface="Wingdings" pitchFamily="2" charset="2"/>
          <a:buChar char="§"/>
          <a:defRPr b="0" kern="100" spc="-100" dirty="0">
            <a:ln>
              <a:solidFill>
                <a:schemeClr val="accent3">
                  <a:alpha val="0"/>
                </a:schemeClr>
              </a:solidFill>
            </a:ln>
          </a:defRPr>
        </a:defPPr>
      </a:lstStyle>
    </a:tx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HCG_Template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FFFFFF"/>
      </a:accent1>
      <a:accent2>
        <a:srgbClr val="A1D1F1"/>
      </a:accent2>
      <a:accent3>
        <a:srgbClr val="356CB5"/>
      </a:accent3>
      <a:accent4>
        <a:srgbClr val="FFCC66"/>
      </a:accent4>
      <a:accent5>
        <a:srgbClr val="F16249"/>
      </a:accent5>
      <a:accent6>
        <a:srgbClr val="50B8B6"/>
      </a:accent6>
      <a:hlink>
        <a:srgbClr val="493FAB"/>
      </a:hlink>
      <a:folHlink>
        <a:srgbClr val="F2E0A8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8615182c-29e1-4f89-9479-b7101819a18e" xsi:nil="true"/>
    <BU xmlns="8615182c-29e1-4f89-9479-b7101819a18e" xsi:nil="true"/>
    <lcf76f155ced4ddcb4097134ff3c332f xmlns="8615182c-29e1-4f89-9479-b7101819a18e">
      <Terms xmlns="http://schemas.microsoft.com/office/infopath/2007/PartnerControls"/>
    </lcf76f155ced4ddcb4097134ff3c332f>
    <TaxCatchAll xmlns="ec193160-a11d-429c-8abb-82adfa8afff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B4C0D616A373948B75E66A3F3FE90E0" ma:contentTypeVersion="16" ma:contentTypeDescription="새 문서를 만듭니다." ma:contentTypeScope="" ma:versionID="b17d4a829e659c9c6018e8bccf6fd13b">
  <xsd:schema xmlns:xsd="http://www.w3.org/2001/XMLSchema" xmlns:xs="http://www.w3.org/2001/XMLSchema" xmlns:p="http://schemas.microsoft.com/office/2006/metadata/properties" xmlns:ns2="8615182c-29e1-4f89-9479-b7101819a18e" xmlns:ns3="ec193160-a11d-429c-8abb-82adfa8afffb" targetNamespace="http://schemas.microsoft.com/office/2006/metadata/properties" ma:root="true" ma:fieldsID="240e8c611b171363d132a583f317313e" ns2:_="" ns3:_="">
    <xsd:import namespace="8615182c-29e1-4f89-9479-b7101819a18e"/>
    <xsd:import namespace="ec193160-a11d-429c-8abb-82adfa8aff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LengthInSeconds" minOccurs="0"/>
                <xsd:element ref="ns2:MediaServiceLocation" minOccurs="0"/>
                <xsd:element ref="ns2:BU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5182c-29e1-4f89-9479-b7101819a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07db4b9-21d2-4d42-a42c-6577287b12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9" nillable="true" ma:displayName="사인 오프 상태" ma:internalName="_x0024_Resources_x003a_core_x002c_Signoff_Status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BU" ma:index="22" nillable="true" ma:displayName="BU" ma:format="Dropdown" ma:internalName="BU">
      <xsd:simpleType>
        <xsd:restriction base="dms:Choice">
          <xsd:enumeration value="Consulting"/>
          <xsd:enumeration value="hunel"/>
          <xsd:enumeration value="JaDE"/>
          <xsd:enumeration value="talenx"/>
          <xsd:enumeration value="PO"/>
          <xsd:enumeration value="CS"/>
          <xsd:enumeration value="BSSC"/>
          <xsd:enumeration value="Marketing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193160-a11d-429c-8abb-82adfa8aff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ad04b1c-f22b-44f4-957c-d23650610c45}" ma:internalName="TaxCatchAll" ma:showField="CatchAllData" ma:web="ec193160-a11d-429c-8abb-82adfa8aff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7A84F9-C131-4AB3-BDEB-C4F342889E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71EB9B-D516-4E1E-8D6C-BE2398220290}">
  <ds:schemaRefs>
    <ds:schemaRef ds:uri="ec193160-a11d-429c-8abb-82adfa8afffb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8615182c-29e1-4f89-9479-b7101819a18e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B841FD9-EE21-4780-A0D4-E6BA9F3C4B8B}">
  <ds:schemaRefs>
    <ds:schemaRef ds:uri="8615182c-29e1-4f89-9479-b7101819a18e"/>
    <ds:schemaRef ds:uri="ec193160-a11d-429c-8abb-82adfa8aff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</TotalTime>
  <Words>9367</Words>
  <Application>Microsoft Office PowerPoint</Application>
  <PresentationFormat>A4 용지(210x297mm)</PresentationFormat>
  <Paragraphs>1476</Paragraphs>
  <Slides>58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KoPubWorld돋움체 Light</vt:lpstr>
      <vt:lpstr>돋움</vt:lpstr>
      <vt:lpstr>맑은 고딕</vt:lpstr>
      <vt:lpstr>Malgun Gothic Semilight</vt:lpstr>
      <vt:lpstr>Malgun Gothic Semilight</vt:lpstr>
      <vt:lpstr>Arial</vt:lpstr>
      <vt:lpstr>Wingdings</vt:lpstr>
      <vt:lpstr>Wingdings 2</vt:lpstr>
      <vt:lpstr>Wingdings 3</vt:lpstr>
      <vt:lpstr>HCG_Tempalte</vt:lpstr>
      <vt:lpstr>기아 중장기 보상체계 개선 추진</vt:lpstr>
      <vt:lpstr>PowerPoint 프레젠테이션</vt:lpstr>
      <vt:lpstr>HCG 소개</vt:lpstr>
      <vt:lpstr>사업 환경 변화</vt:lpstr>
      <vt:lpstr>[참고] 통상임금/평균임금 Risk</vt:lpstr>
      <vt:lpstr>[참고] 글로벌 경쟁사의 생산성 제고 노력</vt:lpstr>
      <vt:lpstr>보상체계에 대한 검토 필요성</vt:lpstr>
      <vt:lpstr>Why HCG</vt:lpstr>
      <vt:lpstr>Why HCG    1. 자동차 산업에 대한 이해</vt:lpstr>
      <vt:lpstr>Why HCG    1. 자동차 산업에 대한 이해    기아</vt:lpstr>
      <vt:lpstr>Why HCG    1. 자동차 산업에 대한 이해    현대차(1/2)</vt:lpstr>
      <vt:lpstr>Why HCG    1. 자동차 산업에 대한 이해    현대차(2/2)</vt:lpstr>
      <vt:lpstr>Why HCG    1. 자동차 산업에 대한 이해    현대오토에버</vt:lpstr>
      <vt:lpstr>Why HCG    2. 대기업 보상제도 프로젝트 경험</vt:lpstr>
      <vt:lpstr>Why HCG    3. 직군별 차별화 방법론 노하우    K社</vt:lpstr>
      <vt:lpstr>Why HCG    3. 직군별 차별화 방법론 노하우    D社</vt:lpstr>
      <vt:lpstr>[참고] 최근 5개년 유사 프로젝트 수행 경험</vt:lpstr>
      <vt:lpstr>PowerPoint 프레젠테이션</vt:lpstr>
      <vt:lpstr>Process Overview</vt:lpstr>
      <vt:lpstr>PowerPoint 프레젠테이션</vt:lpstr>
      <vt:lpstr>현황 진단    Framework</vt:lpstr>
      <vt:lpstr>현황 진단    1. 벤치마킹    Overall Approach</vt:lpstr>
      <vt:lpstr>현황 진단    1. 벤치마킹    1) Benchmarking Connect    전통적 BM 방식의 한계 vs. HCG’s Benchmarking Connect</vt:lpstr>
      <vt:lpstr>현황 진단    1. 벤치마킹    1) Benchmarking Connect    Process</vt:lpstr>
      <vt:lpstr>[참고] Agency 개요</vt:lpstr>
      <vt:lpstr>[참고] HCG’s Benchmarking Manual</vt:lpstr>
      <vt:lpstr>현황 진단    1. 벤치마킹    1) Benchmarking Connect    사례(1/5)</vt:lpstr>
      <vt:lpstr>현황 진단    1. 벤치마킹    1) Benchmarking Connect    사례(2/5)</vt:lpstr>
      <vt:lpstr>현황 진단    1. 벤치마킹    1) Benchmarking Connect    사례(3/5)</vt:lpstr>
      <vt:lpstr>현황 진단    1. 벤치마킹    1) Benchmarking Connect    사례(4/5)</vt:lpstr>
      <vt:lpstr>현황 진단    1. 벤치마킹    1) Benchmarking Connect    사례(5/5)</vt:lpstr>
      <vt:lpstr>현황 진단    1. 벤치마킹    2) Global Big Data Analytics</vt:lpstr>
      <vt:lpstr>현황 진단    1. 벤치마킹    2) Global Big Data Analytics    사례</vt:lpstr>
      <vt:lpstr>현황 진단    1. 벤치마킹    3) Local Compensation Data Benchmarking</vt:lpstr>
      <vt:lpstr>현황 진단    2. 리서치    Overall Approach</vt:lpstr>
      <vt:lpstr>현황 진단    2. 리서치    1) Regional 노동 환경    국가/지역별 보상구조 및 환경 비교</vt:lpstr>
      <vt:lpstr>현황 진단    2. 리서치    1) Regional 노동 환경    독일 노동 환경</vt:lpstr>
      <vt:lpstr>현황 진단    2. 리서치    2) 임금체계 전환의 맥락    호봉제 한계 및 변화</vt:lpstr>
      <vt:lpstr>현황 진단    2. 리서치    2) 임금체계 전환의 맥락    호봉제 대안    일본 임금체계 변화 History</vt:lpstr>
      <vt:lpstr>현황 진단    2. 리서치    3) 법 제도 및 정책 변화</vt:lpstr>
      <vt:lpstr>현황 진단    3. 구성원 의견</vt:lpstr>
      <vt:lpstr>[참고] 기아 매니저급 임금체계 변화</vt:lpstr>
      <vt:lpstr>PowerPoint 프레젠테이션</vt:lpstr>
      <vt:lpstr>분석 및 Report    분석 Approach    직군별 보상 진단 Key Point</vt:lpstr>
      <vt:lpstr>분석 및 Report    분석 Approach    핵심인재 관리 현황 분석</vt:lpstr>
      <vt:lpstr>[참고] 핵심인재 보상 사례    테슬라</vt:lpstr>
      <vt:lpstr>분석 및 Report    Framework    HCG HR Maturity Model    제도 Gap 분석</vt:lpstr>
      <vt:lpstr>분석 및 Report    진단 Report</vt:lpstr>
      <vt:lpstr>분석 Report    1. 벤치마킹 결과 Report    대상별 벤치마킹 결과</vt:lpstr>
      <vt:lpstr>분석 Report    1. 벤치마킹 결과 Report    벤치마킹 결과 분석 및 시사점 도출</vt:lpstr>
      <vt:lpstr>분석 Report    2. 구성원 의견 종합 Report</vt:lpstr>
      <vt:lpstr>분석 Report    3. 진단 결과 종합 Report    제도 Gap 분석 Report</vt:lpstr>
      <vt:lpstr>PowerPoint 프레젠테이션</vt:lpstr>
      <vt:lpstr>추진일정</vt:lpstr>
      <vt:lpstr>수행조직</vt:lpstr>
      <vt:lpstr>투입인력    PM</vt:lpstr>
      <vt:lpstr>투입인력    Member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HCG</dc:title>
  <dc:creator>HCG</dc:creator>
  <cp:lastModifiedBy>박 창규</cp:lastModifiedBy>
  <cp:revision>4</cp:revision>
  <cp:lastPrinted>2023-10-12T04:08:10Z</cp:lastPrinted>
  <dcterms:created xsi:type="dcterms:W3CDTF">2020-04-27T08:54:27Z</dcterms:created>
  <dcterms:modified xsi:type="dcterms:W3CDTF">2025-10-23T04:26:46Z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0x010100BB4C0D616A373948B75E66A3F3FE90E0</vt:lpwstr>
  </property>
  <property fmtid="{D5CDD505-2E9C-101B-9397-08002B2CF9AE}" pid="3" name="MediaServiceImageTags">
    <vt:lpwstr/>
  </property>
</Properties>
</file>