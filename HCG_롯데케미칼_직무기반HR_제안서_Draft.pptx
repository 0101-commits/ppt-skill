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4033" r:id="rId1"/>
  </p:sldMasterIdLst>
  <p:notesMasterIdLst>
    <p:notesMasterId r:id="rId27"/>
  </p:notesMasterIdLst>
  <p:handoutMasterIdLst>
    <p:handoutMasterId r:id="rId28"/>
  </p:handout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10"/>
    <p:sldId id="273" r:id="rId9"/>
    <p:sldId id="274" r:id="rId8"/>
    <p:sldId id="275" r:id="rId7"/>
    <p:sldId id="276" r:id="rId6"/>
    <p:sldId id="277" r:id="rId5"/>
    <p:sldId id="278" r:id="rId4"/>
    <p:sldId id="279" r:id="rId3"/>
    <p:sldId id="280" r:id="rId2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4"/>
    <p:sldId id="290" r:id="rId45"/>
    <p:sldId id="291" r:id="rId46"/>
    <p:sldId id="292" r:id="rId47"/>
  </p:sldIdLst>
  <p:sldSz cx="9906000" cy="6858000" type="A4"/>
  <p:notesSz cx="6807200" cy="9939338"/>
  <p:defaultTextStyle>
    <a:defPPr>
      <a:defRPr lang="ko-KR"/>
    </a:defPPr>
    <a:lvl1pPr algn="ctr" rtl="0" eaLnBrk="0" fontAlgn="base" hangingPunct="0">
      <a:lnSpc>
        <a:spcPct val="110000"/>
      </a:lnSpc>
      <a:spcBef>
        <a:spcPct val="50000"/>
      </a:spcBef>
      <a:spcAft>
        <a:spcPct val="0"/>
      </a:spcAft>
      <a:buFont typeface="Wingdings" pitchFamily="2" charset="2"/>
      <a:defRPr kumimoji="1" sz="1200" b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1pPr>
    <a:lvl2pPr marL="457200" algn="ctr" rtl="0" eaLnBrk="0" fontAlgn="base" hangingPunct="0">
      <a:lnSpc>
        <a:spcPct val="110000"/>
      </a:lnSpc>
      <a:spcBef>
        <a:spcPct val="50000"/>
      </a:spcBef>
      <a:spcAft>
        <a:spcPct val="0"/>
      </a:spcAft>
      <a:buFont typeface="Wingdings" pitchFamily="2" charset="2"/>
      <a:defRPr kumimoji="1" sz="1200" b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2pPr>
    <a:lvl3pPr marL="914400" algn="ctr" rtl="0" eaLnBrk="0" fontAlgn="base" hangingPunct="0">
      <a:lnSpc>
        <a:spcPct val="110000"/>
      </a:lnSpc>
      <a:spcBef>
        <a:spcPct val="50000"/>
      </a:spcBef>
      <a:spcAft>
        <a:spcPct val="0"/>
      </a:spcAft>
      <a:buFont typeface="Wingdings" pitchFamily="2" charset="2"/>
      <a:defRPr kumimoji="1" sz="1200" b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3pPr>
    <a:lvl4pPr marL="1371600" algn="ctr" rtl="0" eaLnBrk="0" fontAlgn="base" hangingPunct="0">
      <a:lnSpc>
        <a:spcPct val="110000"/>
      </a:lnSpc>
      <a:spcBef>
        <a:spcPct val="50000"/>
      </a:spcBef>
      <a:spcAft>
        <a:spcPct val="0"/>
      </a:spcAft>
      <a:buFont typeface="Wingdings" pitchFamily="2" charset="2"/>
      <a:defRPr kumimoji="1" sz="1200" b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4pPr>
    <a:lvl5pPr marL="1828800" algn="ctr" rtl="0" eaLnBrk="0" fontAlgn="base" hangingPunct="0">
      <a:lnSpc>
        <a:spcPct val="110000"/>
      </a:lnSpc>
      <a:spcBef>
        <a:spcPct val="50000"/>
      </a:spcBef>
      <a:spcAft>
        <a:spcPct val="0"/>
      </a:spcAft>
      <a:buFont typeface="Wingdings" pitchFamily="2" charset="2"/>
      <a:defRPr kumimoji="1" sz="1200" b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5pPr>
    <a:lvl6pPr marL="2286000" algn="l" defTabSz="914400" rtl="0" eaLnBrk="1" latinLnBrk="1" hangingPunct="1">
      <a:defRPr kumimoji="1" sz="1200" b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6pPr>
    <a:lvl7pPr marL="2743200" algn="l" defTabSz="914400" rtl="0" eaLnBrk="1" latinLnBrk="1" hangingPunct="1">
      <a:defRPr kumimoji="1" sz="1200" b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7pPr>
    <a:lvl8pPr marL="3200400" algn="l" defTabSz="914400" rtl="0" eaLnBrk="1" latinLnBrk="1" hangingPunct="1">
      <a:defRPr kumimoji="1" sz="1200" b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8pPr>
    <a:lvl9pPr marL="3657600" algn="l" defTabSz="914400" rtl="0" eaLnBrk="1" latinLnBrk="1" hangingPunct="1">
      <a:defRPr kumimoji="1" sz="1200" b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ang Injung" initials="YI" lastIdx="7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F3F6FB"/>
    <a:srgbClr val="F8FCFE"/>
    <a:srgbClr val="D4E1F2"/>
    <a:srgbClr val="A1D1F1"/>
    <a:srgbClr val="C7E3F7"/>
    <a:srgbClr val="FCD9D8"/>
    <a:srgbClr val="4AA6E4"/>
    <a:srgbClr val="F0F0F0"/>
    <a:srgbClr val="7940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E5E0B6-D985-48C7-BF6C-A974C8802A36}" v="33" dt="2026-03-05T06:45:42.648"/>
    <p1510:client id="{8C86970E-78F1-47CE-9D84-953D683023FF}" v="6" dt="2026-03-04T08:11:10.048"/>
    <p1510:client id="{9674FE74-C408-4BB3-AD85-284228AA037E}" v="245" dt="2026-03-05T04:52:35.747"/>
    <p1510:client id="{9C60A819-2BC3-489C-9E95-5666BF892B70}" v="188" dt="2026-03-04T13:49:26.969"/>
    <p1510:client id="{B8876B87-4E92-410B-A1B8-20231E77DD4A}" v="124" dt="2026-03-05T06:18:10.5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21" autoAdjust="0"/>
    <p:restoredTop sz="94776" autoAdjust="0"/>
  </p:normalViewPr>
  <p:slideViewPr>
    <p:cSldViewPr>
      <p:cViewPr varScale="1">
        <p:scale>
          <a:sx n="57" d="100"/>
          <a:sy n="57" d="100"/>
        </p:scale>
        <p:origin x="58" y="95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notesViewPr>
    <p:cSldViewPr>
      <p:cViewPr>
        <p:scale>
          <a:sx n="66" d="100"/>
          <a:sy n="66" d="100"/>
        </p:scale>
        <p:origin x="3149" y="-221"/>
      </p:cViewPr>
      <p:guideLst/>
    </p:cSldViewPr>
  </p:notesViewPr>
  <p:gridSpacing cx="72000" cy="72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5.xml"/><Relationship Id="rId3" Type="http://schemas.openxmlformats.org/officeDocument/2006/relationships/slide" Target="slides/slide24.xml"/><Relationship Id="rId4" Type="http://schemas.openxmlformats.org/officeDocument/2006/relationships/slide" Target="slides/slide23.xml"/><Relationship Id="rId5" Type="http://schemas.openxmlformats.org/officeDocument/2006/relationships/slide" Target="slides/slide22.xml"/><Relationship Id="rId6" Type="http://schemas.openxmlformats.org/officeDocument/2006/relationships/slide" Target="slides/slide21.xml"/><Relationship Id="rId7" Type="http://schemas.openxmlformats.org/officeDocument/2006/relationships/slide" Target="slides/slide20.xml"/><Relationship Id="rId8" Type="http://schemas.openxmlformats.org/officeDocument/2006/relationships/slide" Target="slides/slide19.xml"/><Relationship Id="rId9" Type="http://schemas.openxmlformats.org/officeDocument/2006/relationships/slide" Target="slides/slide18.xml"/><Relationship Id="rId10" Type="http://schemas.openxmlformats.org/officeDocument/2006/relationships/slide" Target="slides/slide17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notesMaster" Target="notesMasters/notesMaster1.xml"/><Relationship Id="rId28" Type="http://schemas.openxmlformats.org/officeDocument/2006/relationships/handoutMaster" Target="handoutMasters/handoutMaster1.xml"/><Relationship Id="rId29" Type="http://schemas.openxmlformats.org/officeDocument/2006/relationships/commentAuthors" Target="commentAuthors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microsoft.com/office/2016/11/relationships/changesInfo" Target="changesInfos/changesInfo1.xml"/><Relationship Id="rId35" Type="http://schemas.microsoft.com/office/2015/10/relationships/revisionInfo" Target="revisionInfo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Relationship Id="rId42" Type="http://schemas.openxmlformats.org/officeDocument/2006/relationships/slide" Target="slides/slide32.xml"/><Relationship Id="rId43" Type="http://schemas.openxmlformats.org/officeDocument/2006/relationships/slide" Target="slides/slide33.xml"/><Relationship Id="rId44" Type="http://schemas.openxmlformats.org/officeDocument/2006/relationships/slide" Target="slides/slide34.xml"/><Relationship Id="rId45" Type="http://schemas.openxmlformats.org/officeDocument/2006/relationships/slide" Target="slides/slide35.xml"/><Relationship Id="rId46" Type="http://schemas.openxmlformats.org/officeDocument/2006/relationships/slide" Target="slides/slide36.xml"/><Relationship Id="rId47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박 창규" userId="fef3e9c2-3755-4c94-893d-f890b45660c5" providerId="ADAL" clId="{F9E80608-7663-4E5A-87A8-9EA4FA97971A}"/>
    <pc:docChg chg="undo custSel addSld delSld modSld">
      <pc:chgData name="박 창규" userId="fef3e9c2-3755-4c94-893d-f890b45660c5" providerId="ADAL" clId="{F9E80608-7663-4E5A-87A8-9EA4FA97971A}" dt="2026-03-04T13:50:07.946" v="11989" actId="20577"/>
      <pc:docMkLst>
        <pc:docMk/>
      </pc:docMkLst>
      <pc:sldChg chg="addSp delSp modSp mod">
        <pc:chgData name="박 창규" userId="fef3e9c2-3755-4c94-893d-f890b45660c5" providerId="ADAL" clId="{F9E80608-7663-4E5A-87A8-9EA4FA97971A}" dt="2026-03-04T13:46:51.524" v="11650" actId="6549"/>
        <pc:sldMkLst>
          <pc:docMk/>
          <pc:sldMk cId="3465683463" sldId="15570"/>
        </pc:sldMkLst>
        <pc:spChg chg="mod">
          <ac:chgData name="박 창규" userId="fef3e9c2-3755-4c94-893d-f890b45660c5" providerId="ADAL" clId="{F9E80608-7663-4E5A-87A8-9EA4FA97971A}" dt="2026-03-04T12:45:10.085" v="5347" actId="113"/>
          <ac:spMkLst>
            <pc:docMk/>
            <pc:sldMk cId="3465683463" sldId="15570"/>
            <ac:spMk id="3" creationId="{D943CD22-EFFC-44B5-9BE1-2F38BF9FAA78}"/>
          </ac:spMkLst>
        </pc:spChg>
        <pc:spChg chg="del">
          <ac:chgData name="박 창규" userId="fef3e9c2-3755-4c94-893d-f890b45660c5" providerId="ADAL" clId="{F9E80608-7663-4E5A-87A8-9EA4FA97971A}" dt="2026-03-04T12:44:40.015" v="5338" actId="478"/>
          <ac:spMkLst>
            <pc:docMk/>
            <pc:sldMk cId="3465683463" sldId="15570"/>
            <ac:spMk id="8" creationId="{AC13C251-413D-969E-CD95-BCE7175C1492}"/>
          </ac:spMkLst>
        </pc:spChg>
        <pc:spChg chg="add del mod">
          <ac:chgData name="박 창규" userId="fef3e9c2-3755-4c94-893d-f890b45660c5" providerId="ADAL" clId="{F9E80608-7663-4E5A-87A8-9EA4FA97971A}" dt="2026-03-04T12:44:50.239" v="5340" actId="478"/>
          <ac:spMkLst>
            <pc:docMk/>
            <pc:sldMk cId="3465683463" sldId="15570"/>
            <ac:spMk id="9" creationId="{96533710-0401-2DB0-B44D-1792439AE503}"/>
          </ac:spMkLst>
        </pc:spChg>
        <pc:spChg chg="del">
          <ac:chgData name="박 창규" userId="fef3e9c2-3755-4c94-893d-f890b45660c5" providerId="ADAL" clId="{F9E80608-7663-4E5A-87A8-9EA4FA97971A}" dt="2026-03-04T12:44:40.015" v="5338" actId="478"/>
          <ac:spMkLst>
            <pc:docMk/>
            <pc:sldMk cId="3465683463" sldId="15570"/>
            <ac:spMk id="10" creationId="{2E717A81-2EF2-1991-1D77-FBFBB28BEA81}"/>
          </ac:spMkLst>
        </pc:spChg>
        <pc:spChg chg="add mod">
          <ac:chgData name="박 창규" userId="fef3e9c2-3755-4c94-893d-f890b45660c5" providerId="ADAL" clId="{F9E80608-7663-4E5A-87A8-9EA4FA97971A}" dt="2026-03-04T12:44:40.366" v="5339"/>
          <ac:spMkLst>
            <pc:docMk/>
            <pc:sldMk cId="3465683463" sldId="15570"/>
            <ac:spMk id="21" creationId="{3F09CE4D-681F-C2CF-FFA7-26BB6FFE9A9C}"/>
          </ac:spMkLst>
        </pc:spChg>
        <pc:spChg chg="add mod">
          <ac:chgData name="박 창규" userId="fef3e9c2-3755-4c94-893d-f890b45660c5" providerId="ADAL" clId="{F9E80608-7663-4E5A-87A8-9EA4FA97971A}" dt="2026-03-04T12:44:40.366" v="5339"/>
          <ac:spMkLst>
            <pc:docMk/>
            <pc:sldMk cId="3465683463" sldId="15570"/>
            <ac:spMk id="23" creationId="{5FA900F4-21D8-B379-C1D9-6BC5ABC4E492}"/>
          </ac:spMkLst>
        </pc:spChg>
        <pc:spChg chg="del">
          <ac:chgData name="박 창규" userId="fef3e9c2-3755-4c94-893d-f890b45660c5" providerId="ADAL" clId="{F9E80608-7663-4E5A-87A8-9EA4FA97971A}" dt="2026-03-04T12:44:40.015" v="5338" actId="478"/>
          <ac:spMkLst>
            <pc:docMk/>
            <pc:sldMk cId="3465683463" sldId="15570"/>
            <ac:spMk id="26" creationId="{0B5D47F1-8575-12B9-0E67-5063A7EBA068}"/>
          </ac:spMkLst>
        </pc:spChg>
        <pc:spChg chg="del">
          <ac:chgData name="박 창규" userId="fef3e9c2-3755-4c94-893d-f890b45660c5" providerId="ADAL" clId="{F9E80608-7663-4E5A-87A8-9EA4FA97971A}" dt="2026-03-04T12:44:40.015" v="5338" actId="478"/>
          <ac:spMkLst>
            <pc:docMk/>
            <pc:sldMk cId="3465683463" sldId="15570"/>
            <ac:spMk id="28" creationId="{841DD457-718B-A2EE-714C-7E66F9D75859}"/>
          </ac:spMkLst>
        </pc:spChg>
        <pc:spChg chg="del">
          <ac:chgData name="박 창규" userId="fef3e9c2-3755-4c94-893d-f890b45660c5" providerId="ADAL" clId="{F9E80608-7663-4E5A-87A8-9EA4FA97971A}" dt="2026-03-04T12:44:40.015" v="5338" actId="478"/>
          <ac:spMkLst>
            <pc:docMk/>
            <pc:sldMk cId="3465683463" sldId="15570"/>
            <ac:spMk id="30" creationId="{BE770B90-AC5D-4C08-3492-1322F1B28059}"/>
          </ac:spMkLst>
        </pc:spChg>
        <pc:spChg chg="del">
          <ac:chgData name="박 창규" userId="fef3e9c2-3755-4c94-893d-f890b45660c5" providerId="ADAL" clId="{F9E80608-7663-4E5A-87A8-9EA4FA97971A}" dt="2026-03-04T12:44:40.015" v="5338" actId="478"/>
          <ac:spMkLst>
            <pc:docMk/>
            <pc:sldMk cId="3465683463" sldId="15570"/>
            <ac:spMk id="31" creationId="{CE2989D5-4674-DB9C-8B06-93E2882AA361}"/>
          </ac:spMkLst>
        </pc:spChg>
        <pc:spChg chg="add mod">
          <ac:chgData name="박 창규" userId="fef3e9c2-3755-4c94-893d-f890b45660c5" providerId="ADAL" clId="{F9E80608-7663-4E5A-87A8-9EA4FA97971A}" dt="2026-03-04T12:44:40.366" v="5339"/>
          <ac:spMkLst>
            <pc:docMk/>
            <pc:sldMk cId="3465683463" sldId="15570"/>
            <ac:spMk id="36" creationId="{3B74AE00-65D5-0018-B784-D87FD2D10180}"/>
          </ac:spMkLst>
        </pc:spChg>
        <pc:spChg chg="del">
          <ac:chgData name="박 창규" userId="fef3e9c2-3755-4c94-893d-f890b45660c5" providerId="ADAL" clId="{F9E80608-7663-4E5A-87A8-9EA4FA97971A}" dt="2026-03-04T12:44:40.015" v="5338" actId="478"/>
          <ac:spMkLst>
            <pc:docMk/>
            <pc:sldMk cId="3465683463" sldId="15570"/>
            <ac:spMk id="37" creationId="{3D85079E-B15F-E260-5BA4-120D9C9EA2FB}"/>
          </ac:spMkLst>
        </pc:spChg>
        <pc:spChg chg="del">
          <ac:chgData name="박 창규" userId="fef3e9c2-3755-4c94-893d-f890b45660c5" providerId="ADAL" clId="{F9E80608-7663-4E5A-87A8-9EA4FA97971A}" dt="2026-03-04T12:44:40.015" v="5338" actId="478"/>
          <ac:spMkLst>
            <pc:docMk/>
            <pc:sldMk cId="3465683463" sldId="15570"/>
            <ac:spMk id="42" creationId="{53888E5E-8975-437D-3F5B-58E7CE06D777}"/>
          </ac:spMkLst>
        </pc:spChg>
        <pc:spChg chg="del">
          <ac:chgData name="박 창규" userId="fef3e9c2-3755-4c94-893d-f890b45660c5" providerId="ADAL" clId="{F9E80608-7663-4E5A-87A8-9EA4FA97971A}" dt="2026-03-04T12:44:40.015" v="5338" actId="478"/>
          <ac:spMkLst>
            <pc:docMk/>
            <pc:sldMk cId="3465683463" sldId="15570"/>
            <ac:spMk id="45" creationId="{F312659A-968E-90FB-BA23-916743084FA3}"/>
          </ac:spMkLst>
        </pc:spChg>
        <pc:spChg chg="del">
          <ac:chgData name="박 창규" userId="fef3e9c2-3755-4c94-893d-f890b45660c5" providerId="ADAL" clId="{F9E80608-7663-4E5A-87A8-9EA4FA97971A}" dt="2026-03-04T12:44:40.015" v="5338" actId="478"/>
          <ac:spMkLst>
            <pc:docMk/>
            <pc:sldMk cId="3465683463" sldId="15570"/>
            <ac:spMk id="47" creationId="{4C3BE292-AF4C-8DA1-D566-CCA27EA2AA6E}"/>
          </ac:spMkLst>
        </pc:spChg>
        <pc:spChg chg="add mod">
          <ac:chgData name="박 창규" userId="fef3e9c2-3755-4c94-893d-f890b45660c5" providerId="ADAL" clId="{F9E80608-7663-4E5A-87A8-9EA4FA97971A}" dt="2026-03-04T12:44:40.366" v="5339"/>
          <ac:spMkLst>
            <pc:docMk/>
            <pc:sldMk cId="3465683463" sldId="15570"/>
            <ac:spMk id="57" creationId="{D98135A2-DC89-D49D-0272-51F18B3C73D0}"/>
          </ac:spMkLst>
        </pc:spChg>
        <pc:spChg chg="add mod">
          <ac:chgData name="박 창규" userId="fef3e9c2-3755-4c94-893d-f890b45660c5" providerId="ADAL" clId="{F9E80608-7663-4E5A-87A8-9EA4FA97971A}" dt="2026-03-04T12:44:40.366" v="5339"/>
          <ac:spMkLst>
            <pc:docMk/>
            <pc:sldMk cId="3465683463" sldId="15570"/>
            <ac:spMk id="59" creationId="{9ADD6C3D-3DE0-39AC-2A1C-411289457949}"/>
          </ac:spMkLst>
        </pc:spChg>
        <pc:spChg chg="add mod">
          <ac:chgData name="박 창규" userId="fef3e9c2-3755-4c94-893d-f890b45660c5" providerId="ADAL" clId="{F9E80608-7663-4E5A-87A8-9EA4FA97971A}" dt="2026-03-04T12:44:40.366" v="5339"/>
          <ac:spMkLst>
            <pc:docMk/>
            <pc:sldMk cId="3465683463" sldId="15570"/>
            <ac:spMk id="62" creationId="{83401518-110A-9BB6-0A58-674C4CDDD973}"/>
          </ac:spMkLst>
        </pc:spChg>
        <pc:spChg chg="add mod">
          <ac:chgData name="박 창규" userId="fef3e9c2-3755-4c94-893d-f890b45660c5" providerId="ADAL" clId="{F9E80608-7663-4E5A-87A8-9EA4FA97971A}" dt="2026-03-04T12:44:40.366" v="5339"/>
          <ac:spMkLst>
            <pc:docMk/>
            <pc:sldMk cId="3465683463" sldId="15570"/>
            <ac:spMk id="89" creationId="{C8E349C4-585E-8982-2647-05E649A5405D}"/>
          </ac:spMkLst>
        </pc:spChg>
        <pc:spChg chg="add mod">
          <ac:chgData name="박 창규" userId="fef3e9c2-3755-4c94-893d-f890b45660c5" providerId="ADAL" clId="{F9E80608-7663-4E5A-87A8-9EA4FA97971A}" dt="2026-03-04T12:44:40.366" v="5339"/>
          <ac:spMkLst>
            <pc:docMk/>
            <pc:sldMk cId="3465683463" sldId="15570"/>
            <ac:spMk id="99" creationId="{9422201D-5A6B-8CEB-D6DA-CC6D0C75C6D5}"/>
          </ac:spMkLst>
        </pc:spChg>
        <pc:spChg chg="add mod">
          <ac:chgData name="박 창규" userId="fef3e9c2-3755-4c94-893d-f890b45660c5" providerId="ADAL" clId="{F9E80608-7663-4E5A-87A8-9EA4FA97971A}" dt="2026-03-04T12:44:40.366" v="5339"/>
          <ac:spMkLst>
            <pc:docMk/>
            <pc:sldMk cId="3465683463" sldId="15570"/>
            <ac:spMk id="100" creationId="{9DD70A80-0232-A187-4358-28268BF43683}"/>
          </ac:spMkLst>
        </pc:spChg>
        <pc:spChg chg="add mod">
          <ac:chgData name="박 창규" userId="fef3e9c2-3755-4c94-893d-f890b45660c5" providerId="ADAL" clId="{F9E80608-7663-4E5A-87A8-9EA4FA97971A}" dt="2026-03-04T12:44:40.366" v="5339"/>
          <ac:spMkLst>
            <pc:docMk/>
            <pc:sldMk cId="3465683463" sldId="15570"/>
            <ac:spMk id="101" creationId="{FBD394D7-B80F-873D-86EB-57EA8919E390}"/>
          </ac:spMkLst>
        </pc:spChg>
        <pc:spChg chg="add mod">
          <ac:chgData name="박 창규" userId="fef3e9c2-3755-4c94-893d-f890b45660c5" providerId="ADAL" clId="{F9E80608-7663-4E5A-87A8-9EA4FA97971A}" dt="2026-03-04T13:46:51.524" v="11650" actId="6549"/>
          <ac:spMkLst>
            <pc:docMk/>
            <pc:sldMk cId="3465683463" sldId="15570"/>
            <ac:spMk id="118" creationId="{582A8368-60A7-25BD-0675-6A10CD477046}"/>
          </ac:spMkLst>
        </pc:spChg>
      </pc:sldChg>
      <pc:sldChg chg="modSp mod">
        <pc:chgData name="박 창규" userId="fef3e9c2-3755-4c94-893d-f890b45660c5" providerId="ADAL" clId="{F9E80608-7663-4E5A-87A8-9EA4FA97971A}" dt="2026-03-04T12:42:43.660" v="5265" actId="14100"/>
        <pc:sldMkLst>
          <pc:docMk/>
          <pc:sldMk cId="3905940527" sldId="2147480399"/>
        </pc:sldMkLst>
        <pc:spChg chg="mod">
          <ac:chgData name="박 창규" userId="fef3e9c2-3755-4c94-893d-f890b45660c5" providerId="ADAL" clId="{F9E80608-7663-4E5A-87A8-9EA4FA97971A}" dt="2026-03-04T12:42:43.660" v="5265" actId="14100"/>
          <ac:spMkLst>
            <pc:docMk/>
            <pc:sldMk cId="3905940527" sldId="2147480399"/>
            <ac:spMk id="4" creationId="{D54BFD74-F8A1-B946-E8D8-647624981FF1}"/>
          </ac:spMkLst>
        </pc:spChg>
        <pc:spChg chg="mod">
          <ac:chgData name="박 창규" userId="fef3e9c2-3755-4c94-893d-f890b45660c5" providerId="ADAL" clId="{F9E80608-7663-4E5A-87A8-9EA4FA97971A}" dt="2026-03-04T12:31:31.852" v="4940" actId="20577"/>
          <ac:spMkLst>
            <pc:docMk/>
            <pc:sldMk cId="3905940527" sldId="2147480399"/>
            <ac:spMk id="16" creationId="{E253930A-27A9-43C5-92E3-2597FE4080A2}"/>
          </ac:spMkLst>
        </pc:spChg>
        <pc:spChg chg="mod">
          <ac:chgData name="박 창규" userId="fef3e9c2-3755-4c94-893d-f890b45660c5" providerId="ADAL" clId="{F9E80608-7663-4E5A-87A8-9EA4FA97971A}" dt="2026-03-04T12:31:41.061" v="4944" actId="947"/>
          <ac:spMkLst>
            <pc:docMk/>
            <pc:sldMk cId="3905940527" sldId="2147480399"/>
            <ac:spMk id="138" creationId="{95F32467-5E52-CBAD-8B0F-6E3E59145064}"/>
          </ac:spMkLst>
        </pc:spChg>
      </pc:sldChg>
      <pc:sldChg chg="addSp delSp modSp mod">
        <pc:chgData name="박 창규" userId="fef3e9c2-3755-4c94-893d-f890b45660c5" providerId="ADAL" clId="{F9E80608-7663-4E5A-87A8-9EA4FA97971A}" dt="2026-03-04T13:08:33.600" v="7882" actId="478"/>
        <pc:sldMkLst>
          <pc:docMk/>
          <pc:sldMk cId="771492311" sldId="2147480438"/>
        </pc:sldMkLst>
        <pc:spChg chg="add del mod">
          <ac:chgData name="박 창규" userId="fef3e9c2-3755-4c94-893d-f890b45660c5" providerId="ADAL" clId="{F9E80608-7663-4E5A-87A8-9EA4FA97971A}" dt="2026-03-04T13:08:33.600" v="7882" actId="478"/>
          <ac:spMkLst>
            <pc:docMk/>
            <pc:sldMk cId="771492311" sldId="2147480438"/>
            <ac:spMk id="25" creationId="{620BF631-631B-0036-EFC7-AC38FB3D70EB}"/>
          </ac:spMkLst>
        </pc:spChg>
      </pc:sldChg>
      <pc:sldChg chg="addSp delSp modSp mod">
        <pc:chgData name="박 창규" userId="fef3e9c2-3755-4c94-893d-f890b45660c5" providerId="ADAL" clId="{F9E80608-7663-4E5A-87A8-9EA4FA97971A}" dt="2026-03-04T13:06:02.364" v="7768" actId="115"/>
        <pc:sldMkLst>
          <pc:docMk/>
          <pc:sldMk cId="1863856863" sldId="2147480439"/>
        </pc:sldMkLst>
        <pc:spChg chg="mod">
          <ac:chgData name="박 창규" userId="fef3e9c2-3755-4c94-893d-f890b45660c5" providerId="ADAL" clId="{F9E80608-7663-4E5A-87A8-9EA4FA97971A}" dt="2026-03-04T11:53:32.841" v="1911" actId="553"/>
          <ac:spMkLst>
            <pc:docMk/>
            <pc:sldMk cId="1863856863" sldId="2147480439"/>
            <ac:spMk id="8" creationId="{B07CDDA7-2967-A1CF-AE7A-178DD63F666D}"/>
          </ac:spMkLst>
        </pc:spChg>
        <pc:spChg chg="mod">
          <ac:chgData name="박 창규" userId="fef3e9c2-3755-4c94-893d-f890b45660c5" providerId="ADAL" clId="{F9E80608-7663-4E5A-87A8-9EA4FA97971A}" dt="2026-03-04T11:53:32.841" v="1911" actId="553"/>
          <ac:spMkLst>
            <pc:docMk/>
            <pc:sldMk cId="1863856863" sldId="2147480439"/>
            <ac:spMk id="9" creationId="{5FE79E91-530A-FBD0-22FB-0A989FC30018}"/>
          </ac:spMkLst>
        </pc:spChg>
        <pc:spChg chg="del mod ord">
          <ac:chgData name="박 창규" userId="fef3e9c2-3755-4c94-893d-f890b45660c5" providerId="ADAL" clId="{F9E80608-7663-4E5A-87A8-9EA4FA97971A}" dt="2026-03-04T11:53:16.181" v="1905" actId="478"/>
          <ac:spMkLst>
            <pc:docMk/>
            <pc:sldMk cId="1863856863" sldId="2147480439"/>
            <ac:spMk id="10" creationId="{8F9AAF0D-2F7C-D462-7624-BA6A9C808CC1}"/>
          </ac:spMkLst>
        </pc:spChg>
        <pc:spChg chg="add del mod">
          <ac:chgData name="박 창규" userId="fef3e9c2-3755-4c94-893d-f890b45660c5" providerId="ADAL" clId="{F9E80608-7663-4E5A-87A8-9EA4FA97971A}" dt="2026-03-04T11:53:21.669" v="1907" actId="478"/>
          <ac:spMkLst>
            <pc:docMk/>
            <pc:sldMk cId="1863856863" sldId="2147480439"/>
            <ac:spMk id="11" creationId="{C501FFB7-B2DE-8366-3D54-1CDE5321ECE8}"/>
          </ac:spMkLst>
        </pc:spChg>
        <pc:spChg chg="add mod">
          <ac:chgData name="박 창규" userId="fef3e9c2-3755-4c94-893d-f890b45660c5" providerId="ADAL" clId="{F9E80608-7663-4E5A-87A8-9EA4FA97971A}" dt="2026-03-04T11:53:28.534" v="1908" actId="164"/>
          <ac:spMkLst>
            <pc:docMk/>
            <pc:sldMk cId="1863856863" sldId="2147480439"/>
            <ac:spMk id="12" creationId="{A05712AC-3FFA-FFA7-2FE9-25996C2C737A}"/>
          </ac:spMkLst>
        </pc:spChg>
        <pc:spChg chg="add del mod">
          <ac:chgData name="박 창규" userId="fef3e9c2-3755-4c94-893d-f890b45660c5" providerId="ADAL" clId="{F9E80608-7663-4E5A-87A8-9EA4FA97971A}" dt="2026-03-04T09:35:25.794" v="18" actId="478"/>
          <ac:spMkLst>
            <pc:docMk/>
            <pc:sldMk cId="1863856863" sldId="2147480439"/>
            <ac:spMk id="14" creationId="{0D85126A-06AB-5A5B-0037-E4CF017510DF}"/>
          </ac:spMkLst>
        </pc:spChg>
        <pc:spChg chg="add del mod">
          <ac:chgData name="박 창규" userId="fef3e9c2-3755-4c94-893d-f890b45660c5" providerId="ADAL" clId="{F9E80608-7663-4E5A-87A8-9EA4FA97971A}" dt="2026-03-04T11:53:21.669" v="1907" actId="478"/>
          <ac:spMkLst>
            <pc:docMk/>
            <pc:sldMk cId="1863856863" sldId="2147480439"/>
            <ac:spMk id="15" creationId="{12F6C2E0-1B3A-50F6-5478-BC16BFB08B25}"/>
          </ac:spMkLst>
        </pc:spChg>
        <pc:spChg chg="add del mod">
          <ac:chgData name="박 창규" userId="fef3e9c2-3755-4c94-893d-f890b45660c5" providerId="ADAL" clId="{F9E80608-7663-4E5A-87A8-9EA4FA97971A}" dt="2026-03-04T11:53:21.669" v="1907" actId="478"/>
          <ac:spMkLst>
            <pc:docMk/>
            <pc:sldMk cId="1863856863" sldId="2147480439"/>
            <ac:spMk id="16" creationId="{B3C50444-45B5-E17E-3ECC-8F8D755DDC28}"/>
          </ac:spMkLst>
        </pc:spChg>
        <pc:spChg chg="add del mod ord">
          <ac:chgData name="박 창규" userId="fef3e9c2-3755-4c94-893d-f890b45660c5" providerId="ADAL" clId="{F9E80608-7663-4E5A-87A8-9EA4FA97971A}" dt="2026-03-04T11:53:21.669" v="1907" actId="478"/>
          <ac:spMkLst>
            <pc:docMk/>
            <pc:sldMk cId="1863856863" sldId="2147480439"/>
            <ac:spMk id="17" creationId="{B8AA6C2A-4445-86D9-40EB-F888B83505B4}"/>
          </ac:spMkLst>
        </pc:spChg>
        <pc:spChg chg="add mod topLvl">
          <ac:chgData name="박 창규" userId="fef3e9c2-3755-4c94-893d-f890b45660c5" providerId="ADAL" clId="{F9E80608-7663-4E5A-87A8-9EA4FA97971A}" dt="2026-03-04T12:15:50.592" v="3729" actId="12788"/>
          <ac:spMkLst>
            <pc:docMk/>
            <pc:sldMk cId="1863856863" sldId="2147480439"/>
            <ac:spMk id="23" creationId="{1A974AD2-D295-6D5E-A8E4-69BE02DD10B1}"/>
          </ac:spMkLst>
        </pc:spChg>
        <pc:spChg chg="add del mod">
          <ac:chgData name="박 창규" userId="fef3e9c2-3755-4c94-893d-f890b45660c5" providerId="ADAL" clId="{F9E80608-7663-4E5A-87A8-9EA4FA97971A}" dt="2026-03-04T11:37:27.625" v="656" actId="478"/>
          <ac:spMkLst>
            <pc:docMk/>
            <pc:sldMk cId="1863856863" sldId="2147480439"/>
            <ac:spMk id="24" creationId="{784B117F-8B68-5414-1A0D-30CCEED8E9A3}"/>
          </ac:spMkLst>
        </pc:spChg>
        <pc:spChg chg="add mod topLvl">
          <ac:chgData name="박 창규" userId="fef3e9c2-3755-4c94-893d-f890b45660c5" providerId="ADAL" clId="{F9E80608-7663-4E5A-87A8-9EA4FA97971A}" dt="2026-03-04T12:15:11.351" v="3716" actId="20577"/>
          <ac:spMkLst>
            <pc:docMk/>
            <pc:sldMk cId="1863856863" sldId="2147480439"/>
            <ac:spMk id="25" creationId="{C3D71352-AA54-0C69-0C69-3ABE7E99900D}"/>
          </ac:spMkLst>
        </pc:spChg>
        <pc:spChg chg="add del mod">
          <ac:chgData name="박 창규" userId="fef3e9c2-3755-4c94-893d-f890b45660c5" providerId="ADAL" clId="{F9E80608-7663-4E5A-87A8-9EA4FA97971A}" dt="2026-03-04T11:53:18.034" v="1906" actId="478"/>
          <ac:spMkLst>
            <pc:docMk/>
            <pc:sldMk cId="1863856863" sldId="2147480439"/>
            <ac:spMk id="26" creationId="{CF8286E1-838A-721E-DE73-FC9411DF45A9}"/>
          </ac:spMkLst>
        </pc:spChg>
        <pc:spChg chg="mod">
          <ac:chgData name="박 창규" userId="fef3e9c2-3755-4c94-893d-f890b45660c5" providerId="ADAL" clId="{F9E80608-7663-4E5A-87A8-9EA4FA97971A}" dt="2026-03-04T11:41:17.094" v="1037"/>
          <ac:spMkLst>
            <pc:docMk/>
            <pc:sldMk cId="1863856863" sldId="2147480439"/>
            <ac:spMk id="28" creationId="{43DA8220-A6D2-97F1-DD64-493B7981C75F}"/>
          </ac:spMkLst>
        </pc:spChg>
        <pc:spChg chg="mod">
          <ac:chgData name="박 창규" userId="fef3e9c2-3755-4c94-893d-f890b45660c5" providerId="ADAL" clId="{F9E80608-7663-4E5A-87A8-9EA4FA97971A}" dt="2026-03-04T11:41:17.094" v="1037"/>
          <ac:spMkLst>
            <pc:docMk/>
            <pc:sldMk cId="1863856863" sldId="2147480439"/>
            <ac:spMk id="30" creationId="{F8B20F53-4033-0B5F-F1C5-8358F26B7E02}"/>
          </ac:spMkLst>
        </pc:spChg>
        <pc:spChg chg="mod">
          <ac:chgData name="박 창규" userId="fef3e9c2-3755-4c94-893d-f890b45660c5" providerId="ADAL" clId="{F9E80608-7663-4E5A-87A8-9EA4FA97971A}" dt="2026-03-04T11:41:17.094" v="1037"/>
          <ac:spMkLst>
            <pc:docMk/>
            <pc:sldMk cId="1863856863" sldId="2147480439"/>
            <ac:spMk id="32" creationId="{2DC98406-C75C-E910-D073-1D4762BFCFAC}"/>
          </ac:spMkLst>
        </pc:spChg>
        <pc:spChg chg="add mod topLvl">
          <ac:chgData name="박 창규" userId="fef3e9c2-3755-4c94-893d-f890b45660c5" providerId="ADAL" clId="{F9E80608-7663-4E5A-87A8-9EA4FA97971A}" dt="2026-03-04T12:19:31.669" v="4182" actId="115"/>
          <ac:spMkLst>
            <pc:docMk/>
            <pc:sldMk cId="1863856863" sldId="2147480439"/>
            <ac:spMk id="33" creationId="{964278F5-515B-E6BF-E050-85F22689DE0C}"/>
          </ac:spMkLst>
        </pc:spChg>
        <pc:spChg chg="add del mod">
          <ac:chgData name="박 창규" userId="fef3e9c2-3755-4c94-893d-f890b45660c5" providerId="ADAL" clId="{F9E80608-7663-4E5A-87A8-9EA4FA97971A}" dt="2026-03-04T11:47:17.981" v="1481" actId="478"/>
          <ac:spMkLst>
            <pc:docMk/>
            <pc:sldMk cId="1863856863" sldId="2147480439"/>
            <ac:spMk id="34" creationId="{41091822-A6BB-EDA0-2827-F95BD765A99B}"/>
          </ac:spMkLst>
        </pc:spChg>
        <pc:spChg chg="add mod topLvl">
          <ac:chgData name="박 창규" userId="fef3e9c2-3755-4c94-893d-f890b45660c5" providerId="ADAL" clId="{F9E80608-7663-4E5A-87A8-9EA4FA97971A}" dt="2026-03-04T12:04:55.583" v="3357" actId="1036"/>
          <ac:spMkLst>
            <pc:docMk/>
            <pc:sldMk cId="1863856863" sldId="2147480439"/>
            <ac:spMk id="35" creationId="{08B86F63-67B4-90A6-9B0F-B14C16261FF6}"/>
          </ac:spMkLst>
        </pc:spChg>
        <pc:spChg chg="add mod topLvl">
          <ac:chgData name="박 창규" userId="fef3e9c2-3755-4c94-893d-f890b45660c5" providerId="ADAL" clId="{F9E80608-7663-4E5A-87A8-9EA4FA97971A}" dt="2026-03-04T12:04:55.583" v="3357" actId="1036"/>
          <ac:spMkLst>
            <pc:docMk/>
            <pc:sldMk cId="1863856863" sldId="2147480439"/>
            <ac:spMk id="36" creationId="{27D0F779-9418-F52D-68FB-1DC685815BCA}"/>
          </ac:spMkLst>
        </pc:spChg>
        <pc:spChg chg="add del mod">
          <ac:chgData name="박 창규" userId="fef3e9c2-3755-4c94-893d-f890b45660c5" providerId="ADAL" clId="{F9E80608-7663-4E5A-87A8-9EA4FA97971A}" dt="2026-03-04T11:53:07.481" v="1903" actId="478"/>
          <ac:spMkLst>
            <pc:docMk/>
            <pc:sldMk cId="1863856863" sldId="2147480439"/>
            <ac:spMk id="38" creationId="{9F172A46-0F5F-3A20-7E29-2CF0D6843021}"/>
          </ac:spMkLst>
        </pc:spChg>
        <pc:spChg chg="mod topLvl">
          <ac:chgData name="박 창규" userId="fef3e9c2-3755-4c94-893d-f890b45660c5" providerId="ADAL" clId="{F9E80608-7663-4E5A-87A8-9EA4FA97971A}" dt="2026-03-04T11:53:58.435" v="1922"/>
          <ac:spMkLst>
            <pc:docMk/>
            <pc:sldMk cId="1863856863" sldId="2147480439"/>
            <ac:spMk id="41" creationId="{0B0FCD4F-EC5C-39AB-117E-7B41C869C797}"/>
          </ac:spMkLst>
        </pc:spChg>
        <pc:spChg chg="del">
          <ac:chgData name="박 창규" userId="fef3e9c2-3755-4c94-893d-f890b45660c5" providerId="ADAL" clId="{F9E80608-7663-4E5A-87A8-9EA4FA97971A}" dt="2026-03-04T09:12:34.402" v="0" actId="478"/>
          <ac:spMkLst>
            <pc:docMk/>
            <pc:sldMk cId="1863856863" sldId="2147480439"/>
            <ac:spMk id="43" creationId="{C7505513-21A3-C365-72B0-D02A5825CDEB}"/>
          </ac:spMkLst>
        </pc:spChg>
        <pc:spChg chg="del">
          <ac:chgData name="박 창규" userId="fef3e9c2-3755-4c94-893d-f890b45660c5" providerId="ADAL" clId="{F9E80608-7663-4E5A-87A8-9EA4FA97971A}" dt="2026-03-04T09:12:34.402" v="0" actId="478"/>
          <ac:spMkLst>
            <pc:docMk/>
            <pc:sldMk cId="1863856863" sldId="2147480439"/>
            <ac:spMk id="44" creationId="{C48F5E34-75F9-0875-2B17-E3A6D7321116}"/>
          </ac:spMkLst>
        </pc:spChg>
        <pc:spChg chg="del">
          <ac:chgData name="박 창규" userId="fef3e9c2-3755-4c94-893d-f890b45660c5" providerId="ADAL" clId="{F9E80608-7663-4E5A-87A8-9EA4FA97971A}" dt="2026-03-04T09:12:34.402" v="0" actId="478"/>
          <ac:spMkLst>
            <pc:docMk/>
            <pc:sldMk cId="1863856863" sldId="2147480439"/>
            <ac:spMk id="45" creationId="{219B2F03-3082-92D4-9F48-AE14BAF3428D}"/>
          </ac:spMkLst>
        </pc:spChg>
        <pc:spChg chg="del">
          <ac:chgData name="박 창규" userId="fef3e9c2-3755-4c94-893d-f890b45660c5" providerId="ADAL" clId="{F9E80608-7663-4E5A-87A8-9EA4FA97971A}" dt="2026-03-04T09:12:34.402" v="0" actId="478"/>
          <ac:spMkLst>
            <pc:docMk/>
            <pc:sldMk cId="1863856863" sldId="2147480439"/>
            <ac:spMk id="46" creationId="{D26DD3E3-29B8-B28E-6CCA-38961BE356DC}"/>
          </ac:spMkLst>
        </pc:spChg>
        <pc:spChg chg="del">
          <ac:chgData name="박 창규" userId="fef3e9c2-3755-4c94-893d-f890b45660c5" providerId="ADAL" clId="{F9E80608-7663-4E5A-87A8-9EA4FA97971A}" dt="2026-03-04T09:12:34.402" v="0" actId="478"/>
          <ac:spMkLst>
            <pc:docMk/>
            <pc:sldMk cId="1863856863" sldId="2147480439"/>
            <ac:spMk id="47" creationId="{97E7D24A-E1B5-917F-7B24-C17AF89CB450}"/>
          </ac:spMkLst>
        </pc:spChg>
        <pc:spChg chg="del">
          <ac:chgData name="박 창규" userId="fef3e9c2-3755-4c94-893d-f890b45660c5" providerId="ADAL" clId="{F9E80608-7663-4E5A-87A8-9EA4FA97971A}" dt="2026-03-04T09:12:34.402" v="0" actId="478"/>
          <ac:spMkLst>
            <pc:docMk/>
            <pc:sldMk cId="1863856863" sldId="2147480439"/>
            <ac:spMk id="49" creationId="{C49FE607-8C51-0617-F423-7D7FD1D850E0}"/>
          </ac:spMkLst>
        </pc:spChg>
        <pc:spChg chg="mod">
          <ac:chgData name="박 창규" userId="fef3e9c2-3755-4c94-893d-f890b45660c5" providerId="ADAL" clId="{F9E80608-7663-4E5A-87A8-9EA4FA97971A}" dt="2026-03-04T12:16:22.458" v="3741" actId="12788"/>
          <ac:spMkLst>
            <pc:docMk/>
            <pc:sldMk cId="1863856863" sldId="2147480439"/>
            <ac:spMk id="54" creationId="{ECF6C6E3-5225-1C8E-5FEA-D3F0923D6BD3}"/>
          </ac:spMkLst>
        </pc:spChg>
        <pc:spChg chg="mod">
          <ac:chgData name="박 창규" userId="fef3e9c2-3755-4c94-893d-f890b45660c5" providerId="ADAL" clId="{F9E80608-7663-4E5A-87A8-9EA4FA97971A}" dt="2026-03-04T12:15:00.390" v="3695"/>
          <ac:spMkLst>
            <pc:docMk/>
            <pc:sldMk cId="1863856863" sldId="2147480439"/>
            <ac:spMk id="55" creationId="{70EB0019-828B-F558-0CA7-5F22424D9D6B}"/>
          </ac:spMkLst>
        </pc:spChg>
        <pc:spChg chg="del mod topLvl">
          <ac:chgData name="박 창규" userId="fef3e9c2-3755-4c94-893d-f890b45660c5" providerId="ADAL" clId="{F9E80608-7663-4E5A-87A8-9EA4FA97971A}" dt="2026-03-04T12:11:29.118" v="3532" actId="478"/>
          <ac:spMkLst>
            <pc:docMk/>
            <pc:sldMk cId="1863856863" sldId="2147480439"/>
            <ac:spMk id="56" creationId="{9F57DDDD-06C1-C8BC-D336-0A6EBDA2C6A7}"/>
          </ac:spMkLst>
        </pc:spChg>
        <pc:spChg chg="mod topLvl">
          <ac:chgData name="박 창규" userId="fef3e9c2-3755-4c94-893d-f890b45660c5" providerId="ADAL" clId="{F9E80608-7663-4E5A-87A8-9EA4FA97971A}" dt="2026-03-04T12:04:55.583" v="3357" actId="1036"/>
          <ac:spMkLst>
            <pc:docMk/>
            <pc:sldMk cId="1863856863" sldId="2147480439"/>
            <ac:spMk id="59" creationId="{25FEFEF3-22B9-AB83-02AD-DA5889D9878F}"/>
          </ac:spMkLst>
        </pc:spChg>
        <pc:spChg chg="del">
          <ac:chgData name="박 창규" userId="fef3e9c2-3755-4c94-893d-f890b45660c5" providerId="ADAL" clId="{F9E80608-7663-4E5A-87A8-9EA4FA97971A}" dt="2026-03-04T09:12:34.402" v="0" actId="478"/>
          <ac:spMkLst>
            <pc:docMk/>
            <pc:sldMk cId="1863856863" sldId="2147480439"/>
            <ac:spMk id="61" creationId="{6CEF0490-17D0-0A9A-3B1A-819488C44AAE}"/>
          </ac:spMkLst>
        </pc:spChg>
        <pc:spChg chg="del">
          <ac:chgData name="박 창규" userId="fef3e9c2-3755-4c94-893d-f890b45660c5" providerId="ADAL" clId="{F9E80608-7663-4E5A-87A8-9EA4FA97971A}" dt="2026-03-04T09:12:34.402" v="0" actId="478"/>
          <ac:spMkLst>
            <pc:docMk/>
            <pc:sldMk cId="1863856863" sldId="2147480439"/>
            <ac:spMk id="62" creationId="{9820B787-6EBD-2FF7-AF99-D220A487E9D9}"/>
          </ac:spMkLst>
        </pc:spChg>
        <pc:spChg chg="mod topLvl">
          <ac:chgData name="박 창규" userId="fef3e9c2-3755-4c94-893d-f890b45660c5" providerId="ADAL" clId="{F9E80608-7663-4E5A-87A8-9EA4FA97971A}" dt="2026-03-04T12:04:55.583" v="3357" actId="1036"/>
          <ac:spMkLst>
            <pc:docMk/>
            <pc:sldMk cId="1863856863" sldId="2147480439"/>
            <ac:spMk id="66" creationId="{61CBBF34-6B49-FD06-0F90-7AA723876F94}"/>
          </ac:spMkLst>
        </pc:spChg>
        <pc:spChg chg="mod">
          <ac:chgData name="박 창규" userId="fef3e9c2-3755-4c94-893d-f890b45660c5" providerId="ADAL" clId="{F9E80608-7663-4E5A-87A8-9EA4FA97971A}" dt="2026-03-04T11:54:28.173" v="1928" actId="255"/>
          <ac:spMkLst>
            <pc:docMk/>
            <pc:sldMk cId="1863856863" sldId="2147480439"/>
            <ac:spMk id="69" creationId="{37BD4A52-64AE-EA9B-CC04-DBE309D4A82D}"/>
          </ac:spMkLst>
        </pc:spChg>
        <pc:spChg chg="del">
          <ac:chgData name="박 창규" userId="fef3e9c2-3755-4c94-893d-f890b45660c5" providerId="ADAL" clId="{F9E80608-7663-4E5A-87A8-9EA4FA97971A}" dt="2026-03-04T09:12:34.402" v="0" actId="478"/>
          <ac:spMkLst>
            <pc:docMk/>
            <pc:sldMk cId="1863856863" sldId="2147480439"/>
            <ac:spMk id="71" creationId="{AB1D38F3-CD9B-51DE-E92C-6FEB533619AC}"/>
          </ac:spMkLst>
        </pc:spChg>
        <pc:spChg chg="mod topLvl">
          <ac:chgData name="박 창규" userId="fef3e9c2-3755-4c94-893d-f890b45660c5" providerId="ADAL" clId="{F9E80608-7663-4E5A-87A8-9EA4FA97971A}" dt="2026-03-04T12:16:16.638" v="3739" actId="12788"/>
          <ac:spMkLst>
            <pc:docMk/>
            <pc:sldMk cId="1863856863" sldId="2147480439"/>
            <ac:spMk id="72" creationId="{2029429F-477D-5F3C-A755-49C1DAC7A3C3}"/>
          </ac:spMkLst>
        </pc:spChg>
        <pc:spChg chg="mod">
          <ac:chgData name="박 창규" userId="fef3e9c2-3755-4c94-893d-f890b45660c5" providerId="ADAL" clId="{F9E80608-7663-4E5A-87A8-9EA4FA97971A}" dt="2026-03-04T12:15:01.634" v="3696"/>
          <ac:spMkLst>
            <pc:docMk/>
            <pc:sldMk cId="1863856863" sldId="2147480439"/>
            <ac:spMk id="73" creationId="{B61497A9-9115-556F-C5D4-8EE310920937}"/>
          </ac:spMkLst>
        </pc:spChg>
        <pc:spChg chg="del mod topLvl">
          <ac:chgData name="박 창규" userId="fef3e9c2-3755-4c94-893d-f890b45660c5" providerId="ADAL" clId="{F9E80608-7663-4E5A-87A8-9EA4FA97971A}" dt="2026-03-04T12:03:16.026" v="3123" actId="478"/>
          <ac:spMkLst>
            <pc:docMk/>
            <pc:sldMk cId="1863856863" sldId="2147480439"/>
            <ac:spMk id="74" creationId="{EBB768FD-9FFF-4991-4B9E-DE598DA324B2}"/>
          </ac:spMkLst>
        </pc:spChg>
        <pc:spChg chg="mod topLvl">
          <ac:chgData name="박 창규" userId="fef3e9c2-3755-4c94-893d-f890b45660c5" providerId="ADAL" clId="{F9E80608-7663-4E5A-87A8-9EA4FA97971A}" dt="2026-03-04T12:04:55.583" v="3357" actId="1036"/>
          <ac:spMkLst>
            <pc:docMk/>
            <pc:sldMk cId="1863856863" sldId="2147480439"/>
            <ac:spMk id="76" creationId="{6205823A-B4B6-D34C-31F6-963D8E0DC527}"/>
          </ac:spMkLst>
        </pc:spChg>
        <pc:spChg chg="mod topLvl">
          <ac:chgData name="박 창규" userId="fef3e9c2-3755-4c94-893d-f890b45660c5" providerId="ADAL" clId="{F9E80608-7663-4E5A-87A8-9EA4FA97971A}" dt="2026-03-04T12:04:55.583" v="3357" actId="1036"/>
          <ac:spMkLst>
            <pc:docMk/>
            <pc:sldMk cId="1863856863" sldId="2147480439"/>
            <ac:spMk id="78" creationId="{40217360-7570-F6FD-0E69-B52B42CDCDFF}"/>
          </ac:spMkLst>
        </pc:spChg>
        <pc:spChg chg="add mod ord">
          <ac:chgData name="박 창규" userId="fef3e9c2-3755-4c94-893d-f890b45660c5" providerId="ADAL" clId="{F9E80608-7663-4E5A-87A8-9EA4FA97971A}" dt="2026-03-04T11:53:40.470" v="1914" actId="167"/>
          <ac:spMkLst>
            <pc:docMk/>
            <pc:sldMk cId="1863856863" sldId="2147480439"/>
            <ac:spMk id="79" creationId="{31B88A33-F7B9-6329-AE8D-D7F726AC9355}"/>
          </ac:spMkLst>
        </pc:spChg>
        <pc:spChg chg="add mod ord">
          <ac:chgData name="박 창규" userId="fef3e9c2-3755-4c94-893d-f890b45660c5" providerId="ADAL" clId="{F9E80608-7663-4E5A-87A8-9EA4FA97971A}" dt="2026-03-04T11:53:40.470" v="1914" actId="167"/>
          <ac:spMkLst>
            <pc:docMk/>
            <pc:sldMk cId="1863856863" sldId="2147480439"/>
            <ac:spMk id="80" creationId="{1415A0A5-0E3D-36AE-E053-A6D3F18CA84E}"/>
          </ac:spMkLst>
        </pc:spChg>
        <pc:spChg chg="add del mod">
          <ac:chgData name="박 창규" userId="fef3e9c2-3755-4c94-893d-f890b45660c5" providerId="ADAL" clId="{F9E80608-7663-4E5A-87A8-9EA4FA97971A}" dt="2026-03-04T12:29:30.560" v="4885" actId="478"/>
          <ac:spMkLst>
            <pc:docMk/>
            <pc:sldMk cId="1863856863" sldId="2147480439"/>
            <ac:spMk id="83" creationId="{C81C81EC-C0F5-2271-CF8D-32B1288CE98C}"/>
          </ac:spMkLst>
        </pc:spChg>
        <pc:spChg chg="add mod">
          <ac:chgData name="박 창규" userId="fef3e9c2-3755-4c94-893d-f890b45660c5" providerId="ADAL" clId="{F9E80608-7663-4E5A-87A8-9EA4FA97971A}" dt="2026-03-04T12:25:54.702" v="4582" actId="20577"/>
          <ac:spMkLst>
            <pc:docMk/>
            <pc:sldMk cId="1863856863" sldId="2147480439"/>
            <ac:spMk id="84" creationId="{F5660E66-71B4-7B6F-C8BF-49395264D0BB}"/>
          </ac:spMkLst>
        </pc:spChg>
        <pc:spChg chg="add del mod">
          <ac:chgData name="박 창규" userId="fef3e9c2-3755-4c94-893d-f890b45660c5" providerId="ADAL" clId="{F9E80608-7663-4E5A-87A8-9EA4FA97971A}" dt="2026-03-04T12:08:46.947" v="3416" actId="478"/>
          <ac:spMkLst>
            <pc:docMk/>
            <pc:sldMk cId="1863856863" sldId="2147480439"/>
            <ac:spMk id="90" creationId="{DF083C6E-0106-EBEB-BD0D-5ED5C94D9705}"/>
          </ac:spMkLst>
        </pc:spChg>
        <pc:spChg chg="mod">
          <ac:chgData name="박 창규" userId="fef3e9c2-3755-4c94-893d-f890b45660c5" providerId="ADAL" clId="{F9E80608-7663-4E5A-87A8-9EA4FA97971A}" dt="2026-03-04T12:15:18.587" v="3722" actId="1035"/>
          <ac:spMkLst>
            <pc:docMk/>
            <pc:sldMk cId="1863856863" sldId="2147480439"/>
            <ac:spMk id="92" creationId="{349C37D9-853F-81C9-A7E5-ED88BAA8D35E}"/>
          </ac:spMkLst>
        </pc:spChg>
        <pc:spChg chg="add mod">
          <ac:chgData name="박 창규" userId="fef3e9c2-3755-4c94-893d-f890b45660c5" providerId="ADAL" clId="{F9E80608-7663-4E5A-87A8-9EA4FA97971A}" dt="2026-03-04T12:15:38.272" v="3725"/>
          <ac:spMkLst>
            <pc:docMk/>
            <pc:sldMk cId="1863856863" sldId="2147480439"/>
            <ac:spMk id="94" creationId="{D428CDD3-F520-0735-D6E1-87DDF8173F7A}"/>
          </ac:spMkLst>
        </pc:spChg>
        <pc:spChg chg="add mod">
          <ac:chgData name="박 창규" userId="fef3e9c2-3755-4c94-893d-f890b45660c5" providerId="ADAL" clId="{F9E80608-7663-4E5A-87A8-9EA4FA97971A}" dt="2026-03-04T12:24:43.369" v="4526" actId="207"/>
          <ac:spMkLst>
            <pc:docMk/>
            <pc:sldMk cId="1863856863" sldId="2147480439"/>
            <ac:spMk id="95" creationId="{085DDAC1-7569-DFA2-06D5-74A049EC2BFB}"/>
          </ac:spMkLst>
        </pc:spChg>
        <pc:spChg chg="mod">
          <ac:chgData name="박 창규" userId="fef3e9c2-3755-4c94-893d-f890b45660c5" providerId="ADAL" clId="{F9E80608-7663-4E5A-87A8-9EA4FA97971A}" dt="2026-03-04T12:24:45.402" v="4527" actId="207"/>
          <ac:spMkLst>
            <pc:docMk/>
            <pc:sldMk cId="1863856863" sldId="2147480439"/>
            <ac:spMk id="101" creationId="{EE30D118-B0D9-8AFD-F168-5B48F0660FE1}"/>
          </ac:spMkLst>
        </pc:spChg>
        <pc:spChg chg="mod">
          <ac:chgData name="박 창규" userId="fef3e9c2-3755-4c94-893d-f890b45660c5" providerId="ADAL" clId="{F9E80608-7663-4E5A-87A8-9EA4FA97971A}" dt="2026-03-04T13:06:02.364" v="7768" actId="115"/>
          <ac:spMkLst>
            <pc:docMk/>
            <pc:sldMk cId="1863856863" sldId="2147480439"/>
            <ac:spMk id="102" creationId="{2B7FDE59-BB8D-C45F-9A81-6A8292252206}"/>
          </ac:spMkLst>
        </pc:spChg>
        <pc:spChg chg="del">
          <ac:chgData name="박 창규" userId="fef3e9c2-3755-4c94-893d-f890b45660c5" providerId="ADAL" clId="{F9E80608-7663-4E5A-87A8-9EA4FA97971A}" dt="2026-03-04T09:12:34.402" v="0" actId="478"/>
          <ac:spMkLst>
            <pc:docMk/>
            <pc:sldMk cId="1863856863" sldId="2147480439"/>
            <ac:spMk id="104" creationId="{06E9F61E-4BE3-980C-AF7C-C9A023F2AFED}"/>
          </ac:spMkLst>
        </pc:spChg>
        <pc:spChg chg="mod">
          <ac:chgData name="박 창규" userId="fef3e9c2-3755-4c94-893d-f890b45660c5" providerId="ADAL" clId="{F9E80608-7663-4E5A-87A8-9EA4FA97971A}" dt="2026-03-04T12:25:57.738" v="4584" actId="20577"/>
          <ac:spMkLst>
            <pc:docMk/>
            <pc:sldMk cId="1863856863" sldId="2147480439"/>
            <ac:spMk id="105" creationId="{902F46B5-708B-8AD4-5989-38EE10AB8D0E}"/>
          </ac:spMkLst>
        </pc:spChg>
        <pc:spChg chg="mod">
          <ac:chgData name="박 창규" userId="fef3e9c2-3755-4c94-893d-f890b45660c5" providerId="ADAL" clId="{F9E80608-7663-4E5A-87A8-9EA4FA97971A}" dt="2026-03-04T12:24:47.383" v="4528" actId="207"/>
          <ac:spMkLst>
            <pc:docMk/>
            <pc:sldMk cId="1863856863" sldId="2147480439"/>
            <ac:spMk id="109" creationId="{A3D78BAD-63A8-2D91-10F2-EE2A9857F695}"/>
          </ac:spMkLst>
        </pc:spChg>
        <pc:spChg chg="mod">
          <ac:chgData name="박 창규" userId="fef3e9c2-3755-4c94-893d-f890b45660c5" providerId="ADAL" clId="{F9E80608-7663-4E5A-87A8-9EA4FA97971A}" dt="2026-03-04T12:27:33.718" v="4685" actId="115"/>
          <ac:spMkLst>
            <pc:docMk/>
            <pc:sldMk cId="1863856863" sldId="2147480439"/>
            <ac:spMk id="110" creationId="{1FB317DE-EBCB-2FFC-CE70-73FE7FE6D95B}"/>
          </ac:spMkLst>
        </pc:spChg>
        <pc:spChg chg="mod">
          <ac:chgData name="박 창규" userId="fef3e9c2-3755-4c94-893d-f890b45660c5" providerId="ADAL" clId="{F9E80608-7663-4E5A-87A8-9EA4FA97971A}" dt="2026-03-04T12:26:03.334" v="4589" actId="20577"/>
          <ac:spMkLst>
            <pc:docMk/>
            <pc:sldMk cId="1863856863" sldId="2147480439"/>
            <ac:spMk id="112" creationId="{6923B5F7-7CF5-E212-DC1A-9746D0CFF351}"/>
          </ac:spMkLst>
        </pc:spChg>
        <pc:grpChg chg="mod">
          <ac:chgData name="박 창규" userId="fef3e9c2-3755-4c94-893d-f890b45660c5" providerId="ADAL" clId="{F9E80608-7663-4E5A-87A8-9EA4FA97971A}" dt="2026-03-04T09:37:30.078" v="156" actId="553"/>
          <ac:grpSpMkLst>
            <pc:docMk/>
            <pc:sldMk cId="1863856863" sldId="2147480439"/>
            <ac:grpSpMk id="7" creationId="{7F92A6E5-EDCA-3B36-A027-2E7E97F6C1C4}"/>
          </ac:grpSpMkLst>
        </pc:grpChg>
        <pc:grpChg chg="add del mod">
          <ac:chgData name="박 창규" userId="fef3e9c2-3755-4c94-893d-f890b45660c5" providerId="ADAL" clId="{F9E80608-7663-4E5A-87A8-9EA4FA97971A}" dt="2026-03-04T11:47:07.700" v="1480" actId="478"/>
          <ac:grpSpMkLst>
            <pc:docMk/>
            <pc:sldMk cId="1863856863" sldId="2147480439"/>
            <ac:grpSpMk id="27" creationId="{B3582A3F-F154-EABA-58EA-3AF8898B864F}"/>
          </ac:grpSpMkLst>
        </pc:grpChg>
        <pc:grpChg chg="mod">
          <ac:chgData name="박 창규" userId="fef3e9c2-3755-4c94-893d-f890b45660c5" providerId="ADAL" clId="{F9E80608-7663-4E5A-87A8-9EA4FA97971A}" dt="2026-03-04T11:41:17.094" v="1037"/>
          <ac:grpSpMkLst>
            <pc:docMk/>
            <pc:sldMk cId="1863856863" sldId="2147480439"/>
            <ac:grpSpMk id="29" creationId="{93D69C15-30F2-8D08-AE97-710DEF4EEAE4}"/>
          </ac:grpSpMkLst>
        </pc:grpChg>
        <pc:grpChg chg="add mod">
          <ac:chgData name="박 창규" userId="fef3e9c2-3755-4c94-893d-f890b45660c5" providerId="ADAL" clId="{F9E80608-7663-4E5A-87A8-9EA4FA97971A}" dt="2026-03-04T11:53:28.534" v="1908" actId="164"/>
          <ac:grpSpMkLst>
            <pc:docMk/>
            <pc:sldMk cId="1863856863" sldId="2147480439"/>
            <ac:grpSpMk id="37" creationId="{C94674B1-7491-1BA3-BDF6-3A7E2064CE3F}"/>
          </ac:grpSpMkLst>
        </pc:grpChg>
        <pc:grpChg chg="add mod">
          <ac:chgData name="박 창규" userId="fef3e9c2-3755-4c94-893d-f890b45660c5" providerId="ADAL" clId="{F9E80608-7663-4E5A-87A8-9EA4FA97971A}" dt="2026-03-04T11:53:28.534" v="1908" actId="164"/>
          <ac:grpSpMkLst>
            <pc:docMk/>
            <pc:sldMk cId="1863856863" sldId="2147480439"/>
            <ac:grpSpMk id="39" creationId="{57DB9C23-4D83-EBB7-1796-A484171FEEE2}"/>
          </ac:grpSpMkLst>
        </pc:grpChg>
        <pc:grpChg chg="add mod">
          <ac:chgData name="박 창규" userId="fef3e9c2-3755-4c94-893d-f890b45660c5" providerId="ADAL" clId="{F9E80608-7663-4E5A-87A8-9EA4FA97971A}" dt="2026-03-04T11:53:35.296" v="1912" actId="408"/>
          <ac:grpSpMkLst>
            <pc:docMk/>
            <pc:sldMk cId="1863856863" sldId="2147480439"/>
            <ac:grpSpMk id="40" creationId="{1B15219D-D969-05D5-1E85-B2F9CEB0FDB9}"/>
          </ac:grpSpMkLst>
        </pc:grpChg>
        <pc:grpChg chg="del mod">
          <ac:chgData name="박 창규" userId="fef3e9c2-3755-4c94-893d-f890b45660c5" providerId="ADAL" clId="{F9E80608-7663-4E5A-87A8-9EA4FA97971A}" dt="2026-03-04T12:04:42.119" v="3345" actId="165"/>
          <ac:grpSpMkLst>
            <pc:docMk/>
            <pc:sldMk cId="1863856863" sldId="2147480439"/>
            <ac:grpSpMk id="57" creationId="{1E992B69-D7A4-297E-0F2D-E30A7471825B}"/>
          </ac:grpSpMkLst>
        </pc:grpChg>
        <pc:grpChg chg="add mod">
          <ac:chgData name="박 창규" userId="fef3e9c2-3755-4c94-893d-f890b45660c5" providerId="ADAL" clId="{F9E80608-7663-4E5A-87A8-9EA4FA97971A}" dt="2026-03-04T11:53:31.122" v="1910" actId="571"/>
          <ac:grpSpMkLst>
            <pc:docMk/>
            <pc:sldMk cId="1863856863" sldId="2147480439"/>
            <ac:grpSpMk id="68" creationId="{1D825D81-284A-0F43-83D7-ADACCD10EA50}"/>
          </ac:grpSpMkLst>
        </pc:grpChg>
        <pc:grpChg chg="mod">
          <ac:chgData name="박 창규" userId="fef3e9c2-3755-4c94-893d-f890b45660c5" providerId="ADAL" clId="{F9E80608-7663-4E5A-87A8-9EA4FA97971A}" dt="2026-03-04T11:53:31.122" v="1910" actId="571"/>
          <ac:grpSpMkLst>
            <pc:docMk/>
            <pc:sldMk cId="1863856863" sldId="2147480439"/>
            <ac:grpSpMk id="75" creationId="{5A9CE7E4-EFA4-962A-33DD-38BFDB170F5E}"/>
          </ac:grpSpMkLst>
        </pc:grpChg>
        <pc:grpChg chg="add mod">
          <ac:chgData name="박 창규" userId="fef3e9c2-3755-4c94-893d-f890b45660c5" providerId="ADAL" clId="{F9E80608-7663-4E5A-87A8-9EA4FA97971A}" dt="2026-03-04T12:04:55.583" v="3357" actId="1036"/>
          <ac:grpSpMkLst>
            <pc:docMk/>
            <pc:sldMk cId="1863856863" sldId="2147480439"/>
            <ac:grpSpMk id="85" creationId="{46CE1C80-F48E-6F86-75C1-C6FFE8941AA0}"/>
          </ac:grpSpMkLst>
        </pc:grpChg>
        <pc:grpChg chg="add mod">
          <ac:chgData name="박 창규" userId="fef3e9c2-3755-4c94-893d-f890b45660c5" providerId="ADAL" clId="{F9E80608-7663-4E5A-87A8-9EA4FA97971A}" dt="2026-03-04T12:04:49.642" v="3349" actId="164"/>
          <ac:grpSpMkLst>
            <pc:docMk/>
            <pc:sldMk cId="1863856863" sldId="2147480439"/>
            <ac:grpSpMk id="86" creationId="{E2E0C59A-3E45-2FC0-95A2-BE59EF6D0B0E}"/>
          </ac:grpSpMkLst>
        </pc:grpChg>
        <pc:grpChg chg="add mod">
          <ac:chgData name="박 창규" userId="fef3e9c2-3755-4c94-893d-f890b45660c5" providerId="ADAL" clId="{F9E80608-7663-4E5A-87A8-9EA4FA97971A}" dt="2026-03-04T12:04:51.091" v="3350" actId="164"/>
          <ac:grpSpMkLst>
            <pc:docMk/>
            <pc:sldMk cId="1863856863" sldId="2147480439"/>
            <ac:grpSpMk id="87" creationId="{E32A45BB-FF69-8094-4586-F90E2E7A218C}"/>
          </ac:grpSpMkLst>
        </pc:grpChg>
        <pc:grpChg chg="add mod">
          <ac:chgData name="박 창규" userId="fef3e9c2-3755-4c94-893d-f890b45660c5" providerId="ADAL" clId="{F9E80608-7663-4E5A-87A8-9EA4FA97971A}" dt="2026-03-04T12:15:15.234" v="3719" actId="1035"/>
          <ac:grpSpMkLst>
            <pc:docMk/>
            <pc:sldMk cId="1863856863" sldId="2147480439"/>
            <ac:grpSpMk id="89" creationId="{F8A7CD5B-5CAA-F419-367B-BE2F51BA926B}"/>
          </ac:grpSpMkLst>
        </pc:grpChg>
        <pc:grpChg chg="add mod">
          <ac:chgData name="박 창규" userId="fef3e9c2-3755-4c94-893d-f890b45660c5" providerId="ADAL" clId="{F9E80608-7663-4E5A-87A8-9EA4FA97971A}" dt="2026-03-04T12:15:18.587" v="3722" actId="1035"/>
          <ac:grpSpMkLst>
            <pc:docMk/>
            <pc:sldMk cId="1863856863" sldId="2147480439"/>
            <ac:grpSpMk id="91" creationId="{421A5F0B-EDE6-3DF8-B4DA-8428B6B8B897}"/>
          </ac:grpSpMkLst>
        </pc:grpChg>
        <pc:grpChg chg="add mod">
          <ac:chgData name="박 창규" userId="fef3e9c2-3755-4c94-893d-f890b45660c5" providerId="ADAL" clId="{F9E80608-7663-4E5A-87A8-9EA4FA97971A}" dt="2026-03-04T12:16:10.584" v="3735" actId="164"/>
          <ac:grpSpMkLst>
            <pc:docMk/>
            <pc:sldMk cId="1863856863" sldId="2147480439"/>
            <ac:grpSpMk id="96" creationId="{0ABF82AD-2F8B-D306-77C1-A3056EF8B406}"/>
          </ac:grpSpMkLst>
        </pc:grpChg>
        <pc:grpChg chg="add del mod">
          <ac:chgData name="박 창규" userId="fef3e9c2-3755-4c94-893d-f890b45660c5" providerId="ADAL" clId="{F9E80608-7663-4E5A-87A8-9EA4FA97971A}" dt="2026-03-04T12:15:45.550" v="3726" actId="478"/>
          <ac:grpSpMkLst>
            <pc:docMk/>
            <pc:sldMk cId="1863856863" sldId="2147480439"/>
            <ac:grpSpMk id="97" creationId="{15A7018F-17AC-4093-BC40-DA86B1A9BCCE}"/>
          </ac:grpSpMkLst>
        </pc:grpChg>
        <pc:grpChg chg="add mod">
          <ac:chgData name="박 창규" userId="fef3e9c2-3755-4c94-893d-f890b45660c5" providerId="ADAL" clId="{F9E80608-7663-4E5A-87A8-9EA4FA97971A}" dt="2026-03-04T12:16:10.584" v="3735" actId="164"/>
          <ac:grpSpMkLst>
            <pc:docMk/>
            <pc:sldMk cId="1863856863" sldId="2147480439"/>
            <ac:grpSpMk id="98" creationId="{623B0243-9DDC-EB79-56C7-C707AAF9F4BC}"/>
          </ac:grpSpMkLst>
        </pc:grpChg>
        <pc:grpChg chg="add mod">
          <ac:chgData name="박 창규" userId="fef3e9c2-3755-4c94-893d-f890b45660c5" providerId="ADAL" clId="{F9E80608-7663-4E5A-87A8-9EA4FA97971A}" dt="2026-03-04T12:16:22.458" v="3741" actId="12788"/>
          <ac:grpSpMkLst>
            <pc:docMk/>
            <pc:sldMk cId="1863856863" sldId="2147480439"/>
            <ac:grpSpMk id="99" creationId="{9F3E3B0C-0D71-CCEF-A3EF-C6B9D9BEFBC4}"/>
          </ac:grpSpMkLst>
        </pc:grpChg>
        <pc:grpChg chg="mod">
          <ac:chgData name="박 창규" userId="fef3e9c2-3755-4c94-893d-f890b45660c5" providerId="ADAL" clId="{F9E80608-7663-4E5A-87A8-9EA4FA97971A}" dt="2026-03-04T12:16:22.458" v="3741" actId="12788"/>
          <ac:grpSpMkLst>
            <pc:docMk/>
            <pc:sldMk cId="1863856863" sldId="2147480439"/>
            <ac:grpSpMk id="100" creationId="{4116EB75-93B3-25C9-1097-646C3EC142EA}"/>
          </ac:grpSpMkLst>
        </pc:grpChg>
        <pc:grpChg chg="mod">
          <ac:chgData name="박 창규" userId="fef3e9c2-3755-4c94-893d-f890b45660c5" providerId="ADAL" clId="{F9E80608-7663-4E5A-87A8-9EA4FA97971A}" dt="2026-03-04T12:16:22.458" v="3741" actId="12788"/>
          <ac:grpSpMkLst>
            <pc:docMk/>
            <pc:sldMk cId="1863856863" sldId="2147480439"/>
            <ac:grpSpMk id="103" creationId="{C6EEA881-1639-08C5-79A2-B7B7848FAA9B}"/>
          </ac:grpSpMkLst>
        </pc:grpChg>
        <pc:grpChg chg="add mod">
          <ac:chgData name="박 창규" userId="fef3e9c2-3755-4c94-893d-f890b45660c5" providerId="ADAL" clId="{F9E80608-7663-4E5A-87A8-9EA4FA97971A}" dt="2026-03-04T12:16:16.638" v="3739" actId="12788"/>
          <ac:grpSpMkLst>
            <pc:docMk/>
            <pc:sldMk cId="1863856863" sldId="2147480439"/>
            <ac:grpSpMk id="107" creationId="{55C2DAE3-BAA0-5CF4-3990-5044C3B766A3}"/>
          </ac:grpSpMkLst>
        </pc:grpChg>
        <pc:grpChg chg="mod">
          <ac:chgData name="박 창규" userId="fef3e9c2-3755-4c94-893d-f890b45660c5" providerId="ADAL" clId="{F9E80608-7663-4E5A-87A8-9EA4FA97971A}" dt="2026-03-04T12:16:16.638" v="3739" actId="12788"/>
          <ac:grpSpMkLst>
            <pc:docMk/>
            <pc:sldMk cId="1863856863" sldId="2147480439"/>
            <ac:grpSpMk id="108" creationId="{9A22DE4C-7D29-E09F-1091-41A333E3FF8D}"/>
          </ac:grpSpMkLst>
        </pc:grpChg>
        <pc:grpChg chg="mod">
          <ac:chgData name="박 창규" userId="fef3e9c2-3755-4c94-893d-f890b45660c5" providerId="ADAL" clId="{F9E80608-7663-4E5A-87A8-9EA4FA97971A}" dt="2026-03-04T12:16:16.638" v="3739" actId="12788"/>
          <ac:grpSpMkLst>
            <pc:docMk/>
            <pc:sldMk cId="1863856863" sldId="2147480439"/>
            <ac:grpSpMk id="111" creationId="{23D2A2CA-3933-2170-A95C-23BE7C7FB464}"/>
          </ac:grpSpMkLst>
        </pc:grpChg>
        <pc:picChg chg="add mod">
          <ac:chgData name="박 창규" userId="fef3e9c2-3755-4c94-893d-f890b45660c5" providerId="ADAL" clId="{F9E80608-7663-4E5A-87A8-9EA4FA97971A}" dt="2026-03-04T11:53:28.534" v="1908" actId="164"/>
          <ac:picMkLst>
            <pc:docMk/>
            <pc:sldMk cId="1863856863" sldId="2147480439"/>
            <ac:picMk id="13" creationId="{576CF725-6674-C32F-E6B9-7C1EB671C7A7}"/>
          </ac:picMkLst>
        </pc:picChg>
        <pc:picChg chg="add del mod">
          <ac:chgData name="박 창규" userId="fef3e9c2-3755-4c94-893d-f890b45660c5" providerId="ADAL" clId="{F9E80608-7663-4E5A-87A8-9EA4FA97971A}" dt="2026-03-04T09:39:26.101" v="173" actId="478"/>
          <ac:picMkLst>
            <pc:docMk/>
            <pc:sldMk cId="1863856863" sldId="2147480439"/>
            <ac:picMk id="19" creationId="{38540C97-1374-3469-20F4-D945CBB5BCB5}"/>
          </ac:picMkLst>
        </pc:picChg>
        <pc:picChg chg="add del mod">
          <ac:chgData name="박 창규" userId="fef3e9c2-3755-4c94-893d-f890b45660c5" providerId="ADAL" clId="{F9E80608-7663-4E5A-87A8-9EA4FA97971A}" dt="2026-03-04T11:53:21.669" v="1907" actId="478"/>
          <ac:picMkLst>
            <pc:docMk/>
            <pc:sldMk cId="1863856863" sldId="2147480439"/>
            <ac:picMk id="20" creationId="{3D7862A0-5F7D-7906-3251-28E60E049B76}"/>
          </ac:picMkLst>
        </pc:picChg>
        <pc:picChg chg="add del mod">
          <ac:chgData name="박 창규" userId="fef3e9c2-3755-4c94-893d-f890b45660c5" providerId="ADAL" clId="{F9E80608-7663-4E5A-87A8-9EA4FA97971A}" dt="2026-03-04T11:53:21.669" v="1907" actId="478"/>
          <ac:picMkLst>
            <pc:docMk/>
            <pc:sldMk cId="1863856863" sldId="2147480439"/>
            <ac:picMk id="21" creationId="{77AFD63E-38A3-E6A4-16E0-FBDD0167AB8E}"/>
          </ac:picMkLst>
        </pc:picChg>
        <pc:picChg chg="add mod ord topLvl">
          <ac:chgData name="박 창규" userId="fef3e9c2-3755-4c94-893d-f890b45660c5" providerId="ADAL" clId="{F9E80608-7663-4E5A-87A8-9EA4FA97971A}" dt="2026-03-04T12:04:55.583" v="3357" actId="1036"/>
          <ac:picMkLst>
            <pc:docMk/>
            <pc:sldMk cId="1863856863" sldId="2147480439"/>
            <ac:picMk id="22" creationId="{ADB48262-CC93-039C-D868-843C0A6C9579}"/>
          </ac:picMkLst>
        </pc:picChg>
        <pc:picChg chg="del mod">
          <ac:chgData name="박 창규" userId="fef3e9c2-3755-4c94-893d-f890b45660c5" providerId="ADAL" clId="{F9E80608-7663-4E5A-87A8-9EA4FA97971A}" dt="2026-03-04T11:54:09.777" v="1924" actId="478"/>
          <ac:picMkLst>
            <pc:docMk/>
            <pc:sldMk cId="1863856863" sldId="2147480439"/>
            <ac:picMk id="42" creationId="{10FA6337-6091-44C7-988B-AAB31C24E57D}"/>
          </ac:picMkLst>
        </pc:picChg>
        <pc:picChg chg="mod topLvl">
          <ac:chgData name="박 창규" userId="fef3e9c2-3755-4c94-893d-f890b45660c5" providerId="ADAL" clId="{F9E80608-7663-4E5A-87A8-9EA4FA97971A}" dt="2026-03-04T12:04:55.583" v="3357" actId="1036"/>
          <ac:picMkLst>
            <pc:docMk/>
            <pc:sldMk cId="1863856863" sldId="2147480439"/>
            <ac:picMk id="60" creationId="{D0DC714C-9543-9C0B-71B2-7CB48B50F13D}"/>
          </ac:picMkLst>
        </pc:picChg>
        <pc:picChg chg="del mod">
          <ac:chgData name="박 창규" userId="fef3e9c2-3755-4c94-893d-f890b45660c5" providerId="ADAL" clId="{F9E80608-7663-4E5A-87A8-9EA4FA97971A}" dt="2026-03-04T11:54:09.777" v="1924" actId="478"/>
          <ac:picMkLst>
            <pc:docMk/>
            <pc:sldMk cId="1863856863" sldId="2147480439"/>
            <ac:picMk id="70" creationId="{65A6A47F-D6CA-27AB-732B-D7F069618A11}"/>
          </ac:picMkLst>
        </pc:picChg>
        <pc:picChg chg="mod topLvl">
          <ac:chgData name="박 창규" userId="fef3e9c2-3755-4c94-893d-f890b45660c5" providerId="ADAL" clId="{F9E80608-7663-4E5A-87A8-9EA4FA97971A}" dt="2026-03-04T12:04:55.583" v="3357" actId="1036"/>
          <ac:picMkLst>
            <pc:docMk/>
            <pc:sldMk cId="1863856863" sldId="2147480439"/>
            <ac:picMk id="77" creationId="{435E9B22-3389-4243-1284-58A3241902B2}"/>
          </ac:picMkLst>
        </pc:picChg>
        <pc:picChg chg="add mod">
          <ac:chgData name="박 창규" userId="fef3e9c2-3755-4c94-893d-f890b45660c5" providerId="ADAL" clId="{F9E80608-7663-4E5A-87A8-9EA4FA97971A}" dt="2026-03-04T11:54:09.934" v="1925"/>
          <ac:picMkLst>
            <pc:docMk/>
            <pc:sldMk cId="1863856863" sldId="2147480439"/>
            <ac:picMk id="81" creationId="{470DC6C6-4189-96B0-EC61-AA78218BF655}"/>
          </ac:picMkLst>
        </pc:picChg>
        <pc:picChg chg="add mod">
          <ac:chgData name="박 창규" userId="fef3e9c2-3755-4c94-893d-f890b45660c5" providerId="ADAL" clId="{F9E80608-7663-4E5A-87A8-9EA4FA97971A}" dt="2026-03-04T11:54:09.934" v="1925"/>
          <ac:picMkLst>
            <pc:docMk/>
            <pc:sldMk cId="1863856863" sldId="2147480439"/>
            <ac:picMk id="82" creationId="{11E9468C-D798-950B-20BF-E33E971038E0}"/>
          </ac:picMkLst>
        </pc:picChg>
        <pc:picChg chg="add mod">
          <ac:chgData name="박 창규" userId="fef3e9c2-3755-4c94-893d-f890b45660c5" providerId="ADAL" clId="{F9E80608-7663-4E5A-87A8-9EA4FA97971A}" dt="2026-03-04T12:26:10.318" v="4605" actId="1038"/>
          <ac:picMkLst>
            <pc:docMk/>
            <pc:sldMk cId="1863856863" sldId="2147480439"/>
            <ac:picMk id="88" creationId="{1EE88E47-37C0-EA3B-10E8-7C8DFEA76FDA}"/>
          </ac:picMkLst>
        </pc:picChg>
        <pc:picChg chg="mod">
          <ac:chgData name="박 창규" userId="fef3e9c2-3755-4c94-893d-f890b45660c5" providerId="ADAL" clId="{F9E80608-7663-4E5A-87A8-9EA4FA97971A}" dt="2026-03-04T12:15:18.587" v="3722" actId="1035"/>
          <ac:picMkLst>
            <pc:docMk/>
            <pc:sldMk cId="1863856863" sldId="2147480439"/>
            <ac:picMk id="93" creationId="{9BD5DC8D-A7C4-B9F8-A878-85AE28B2EB0E}"/>
          </ac:picMkLst>
        </pc:picChg>
        <pc:picChg chg="mod">
          <ac:chgData name="박 창규" userId="fef3e9c2-3755-4c94-893d-f890b45660c5" providerId="ADAL" clId="{F9E80608-7663-4E5A-87A8-9EA4FA97971A}" dt="2026-03-04T12:26:00.140" v="4587" actId="1037"/>
          <ac:picMkLst>
            <pc:docMk/>
            <pc:sldMk cId="1863856863" sldId="2147480439"/>
            <ac:picMk id="106" creationId="{6E5E9E8B-DABE-57E5-8F53-5617701B54D5}"/>
          </ac:picMkLst>
        </pc:picChg>
        <pc:picChg chg="mod">
          <ac:chgData name="박 창규" userId="fef3e9c2-3755-4c94-893d-f890b45660c5" providerId="ADAL" clId="{F9E80608-7663-4E5A-87A8-9EA4FA97971A}" dt="2026-03-04T12:26:05.142" v="4595" actId="1038"/>
          <ac:picMkLst>
            <pc:docMk/>
            <pc:sldMk cId="1863856863" sldId="2147480439"/>
            <ac:picMk id="113" creationId="{978FB9DF-0059-9CA7-56DC-C3B7B5760938}"/>
          </ac:picMkLst>
        </pc:picChg>
        <pc:cxnChg chg="mod">
          <ac:chgData name="박 창규" userId="fef3e9c2-3755-4c94-893d-f890b45660c5" providerId="ADAL" clId="{F9E80608-7663-4E5A-87A8-9EA4FA97971A}" dt="2026-03-04T11:41:17.094" v="1037"/>
          <ac:cxnSpMkLst>
            <pc:docMk/>
            <pc:sldMk cId="1863856863" sldId="2147480439"/>
            <ac:cxnSpMk id="31" creationId="{7CE81EF2-6EE2-7EF0-177F-42B16DA20671}"/>
          </ac:cxnSpMkLst>
        </pc:cxnChg>
      </pc:sldChg>
      <pc:sldChg chg="addSp delSp modSp mod">
        <pc:chgData name="박 창규" userId="fef3e9c2-3755-4c94-893d-f890b45660c5" providerId="ADAL" clId="{F9E80608-7663-4E5A-87A8-9EA4FA97971A}" dt="2026-03-04T13:50:07.946" v="11989" actId="20577"/>
        <pc:sldMkLst>
          <pc:docMk/>
          <pc:sldMk cId="1334006330" sldId="2147480442"/>
        </pc:sldMkLst>
        <pc:spChg chg="mod">
          <ac:chgData name="박 창규" userId="fef3e9c2-3755-4c94-893d-f890b45660c5" providerId="ADAL" clId="{F9E80608-7663-4E5A-87A8-9EA4FA97971A}" dt="2026-03-04T13:50:07.946" v="11989" actId="20577"/>
          <ac:spMkLst>
            <pc:docMk/>
            <pc:sldMk cId="1334006330" sldId="2147480442"/>
            <ac:spMk id="3" creationId="{60917174-55C4-7504-FB78-229C042AC052}"/>
          </ac:spMkLst>
        </pc:spChg>
        <pc:spChg chg="add del mod">
          <ac:chgData name="박 창규" userId="fef3e9c2-3755-4c94-893d-f890b45660c5" providerId="ADAL" clId="{F9E80608-7663-4E5A-87A8-9EA4FA97971A}" dt="2026-03-04T12:30:02.546" v="4889" actId="478"/>
          <ac:spMkLst>
            <pc:docMk/>
            <pc:sldMk cId="1334006330" sldId="2147480442"/>
            <ac:spMk id="4" creationId="{19A0106E-0DAD-61E9-CE19-6A491734AFC1}"/>
          </ac:spMkLst>
        </pc:spChg>
        <pc:spChg chg="del mod ord">
          <ac:chgData name="박 창규" userId="fef3e9c2-3755-4c94-893d-f890b45660c5" providerId="ADAL" clId="{F9E80608-7663-4E5A-87A8-9EA4FA97971A}" dt="2026-03-04T13:46:22.981" v="11597" actId="478"/>
          <ac:spMkLst>
            <pc:docMk/>
            <pc:sldMk cId="1334006330" sldId="2147480442"/>
            <ac:spMk id="5" creationId="{B8084826-D5D3-7D58-09B7-A5EDA7DF2078}"/>
          </ac:spMkLst>
        </pc:spChg>
        <pc:spChg chg="add del mod">
          <ac:chgData name="박 창규" userId="fef3e9c2-3755-4c94-893d-f890b45660c5" providerId="ADAL" clId="{F9E80608-7663-4E5A-87A8-9EA4FA97971A}" dt="2026-03-04T12:30:02.546" v="4889" actId="478"/>
          <ac:spMkLst>
            <pc:docMk/>
            <pc:sldMk cId="1334006330" sldId="2147480442"/>
            <ac:spMk id="6" creationId="{E711B2C1-6FB6-45D2-0939-CF8C4B4D0F21}"/>
          </ac:spMkLst>
        </pc:spChg>
        <pc:spChg chg="add del mod">
          <ac:chgData name="박 창규" userId="fef3e9c2-3755-4c94-893d-f890b45660c5" providerId="ADAL" clId="{F9E80608-7663-4E5A-87A8-9EA4FA97971A}" dt="2026-03-04T12:30:02.546" v="4889" actId="478"/>
          <ac:spMkLst>
            <pc:docMk/>
            <pc:sldMk cId="1334006330" sldId="2147480442"/>
            <ac:spMk id="7" creationId="{5D20AC29-D5C1-A2CD-E7D9-BE0DCA598B02}"/>
          </ac:spMkLst>
        </pc:spChg>
        <pc:spChg chg="add del mod">
          <ac:chgData name="박 창규" userId="fef3e9c2-3755-4c94-893d-f890b45660c5" providerId="ADAL" clId="{F9E80608-7663-4E5A-87A8-9EA4FA97971A}" dt="2026-03-04T12:30:02.546" v="4889" actId="478"/>
          <ac:spMkLst>
            <pc:docMk/>
            <pc:sldMk cId="1334006330" sldId="2147480442"/>
            <ac:spMk id="9" creationId="{381757C2-FC95-0C3C-F487-0BA7A6E1F9F9}"/>
          </ac:spMkLst>
        </pc:spChg>
        <pc:spChg chg="add del mod">
          <ac:chgData name="박 창규" userId="fef3e9c2-3755-4c94-893d-f890b45660c5" providerId="ADAL" clId="{F9E80608-7663-4E5A-87A8-9EA4FA97971A}" dt="2026-03-04T12:30:02.546" v="4889" actId="478"/>
          <ac:spMkLst>
            <pc:docMk/>
            <pc:sldMk cId="1334006330" sldId="2147480442"/>
            <ac:spMk id="10" creationId="{B64E2B02-0381-CDEE-EDAC-0CA5D500D3EB}"/>
          </ac:spMkLst>
        </pc:spChg>
        <pc:spChg chg="add del mod">
          <ac:chgData name="박 창규" userId="fef3e9c2-3755-4c94-893d-f890b45660c5" providerId="ADAL" clId="{F9E80608-7663-4E5A-87A8-9EA4FA97971A}" dt="2026-03-04T12:30:54.872" v="4905" actId="478"/>
          <ac:spMkLst>
            <pc:docMk/>
            <pc:sldMk cId="1334006330" sldId="2147480442"/>
            <ac:spMk id="15" creationId="{F24E2E76-A326-2F29-7AB7-6858A455AF1C}"/>
          </ac:spMkLst>
        </pc:spChg>
        <pc:spChg chg="del">
          <ac:chgData name="박 창규" userId="fef3e9c2-3755-4c94-893d-f890b45660c5" providerId="ADAL" clId="{F9E80608-7663-4E5A-87A8-9EA4FA97971A}" dt="2026-03-04T12:30:54.872" v="4905" actId="478"/>
          <ac:spMkLst>
            <pc:docMk/>
            <pc:sldMk cId="1334006330" sldId="2147480442"/>
            <ac:spMk id="16" creationId="{22D0ED47-CA73-715A-938D-B3AACE43C364}"/>
          </ac:spMkLst>
        </pc:spChg>
        <pc:spChg chg="mod">
          <ac:chgData name="박 창규" userId="fef3e9c2-3755-4c94-893d-f890b45660c5" providerId="ADAL" clId="{F9E80608-7663-4E5A-87A8-9EA4FA97971A}" dt="2026-03-04T12:30:26.248" v="4896" actId="255"/>
          <ac:spMkLst>
            <pc:docMk/>
            <pc:sldMk cId="1334006330" sldId="2147480442"/>
            <ac:spMk id="17" creationId="{CF6C2B65-CAF8-15AF-39D5-676DF58E679F}"/>
          </ac:spMkLst>
        </pc:spChg>
        <pc:spChg chg="add mod">
          <ac:chgData name="박 창규" userId="fef3e9c2-3755-4c94-893d-f890b45660c5" providerId="ADAL" clId="{F9E80608-7663-4E5A-87A8-9EA4FA97971A}" dt="2026-03-04T13:14:37.894" v="8803" actId="20577"/>
          <ac:spMkLst>
            <pc:docMk/>
            <pc:sldMk cId="1334006330" sldId="2147480442"/>
            <ac:spMk id="20" creationId="{05038335-D271-5FC6-36FD-4D8EA5B83952}"/>
          </ac:spMkLst>
        </pc:spChg>
        <pc:spChg chg="mod">
          <ac:chgData name="박 창규" userId="fef3e9c2-3755-4c94-893d-f890b45660c5" providerId="ADAL" clId="{F9E80608-7663-4E5A-87A8-9EA4FA97971A}" dt="2026-03-04T13:15:14.597" v="8881" actId="947"/>
          <ac:spMkLst>
            <pc:docMk/>
            <pc:sldMk cId="1334006330" sldId="2147480442"/>
            <ac:spMk id="22" creationId="{285DF252-F927-4DC9-1BBE-8BB577BC834F}"/>
          </ac:spMkLst>
        </pc:spChg>
        <pc:spChg chg="mod">
          <ac:chgData name="박 창규" userId="fef3e9c2-3755-4c94-893d-f890b45660c5" providerId="ADAL" clId="{F9E80608-7663-4E5A-87A8-9EA4FA97971A}" dt="2026-03-04T12:30:02.958" v="4890"/>
          <ac:spMkLst>
            <pc:docMk/>
            <pc:sldMk cId="1334006330" sldId="2147480442"/>
            <ac:spMk id="24" creationId="{0E4D860E-49B7-C11C-078B-C2C377974EB5}"/>
          </ac:spMkLst>
        </pc:spChg>
        <pc:spChg chg="mod">
          <ac:chgData name="박 창규" userId="fef3e9c2-3755-4c94-893d-f890b45660c5" providerId="ADAL" clId="{F9E80608-7663-4E5A-87A8-9EA4FA97971A}" dt="2026-03-04T13:16:20.769" v="8931" actId="6549"/>
          <ac:spMkLst>
            <pc:docMk/>
            <pc:sldMk cId="1334006330" sldId="2147480442"/>
            <ac:spMk id="25" creationId="{3387B429-F623-CDF9-DE4F-C2DD979AD9DE}"/>
          </ac:spMkLst>
        </pc:spChg>
        <pc:spChg chg="add mod">
          <ac:chgData name="박 창규" userId="fef3e9c2-3755-4c94-893d-f890b45660c5" providerId="ADAL" clId="{F9E80608-7663-4E5A-87A8-9EA4FA97971A}" dt="2026-03-04T12:30:02.958" v="4890"/>
          <ac:spMkLst>
            <pc:docMk/>
            <pc:sldMk cId="1334006330" sldId="2147480442"/>
            <ac:spMk id="26" creationId="{F877EB99-6E1B-5752-6777-290027F0846F}"/>
          </ac:spMkLst>
        </pc:spChg>
        <pc:spChg chg="add mod">
          <ac:chgData name="박 창규" userId="fef3e9c2-3755-4c94-893d-f890b45660c5" providerId="ADAL" clId="{F9E80608-7663-4E5A-87A8-9EA4FA97971A}" dt="2026-03-04T13:33:42.070" v="10728" actId="20577"/>
          <ac:spMkLst>
            <pc:docMk/>
            <pc:sldMk cId="1334006330" sldId="2147480442"/>
            <ac:spMk id="27" creationId="{4F2EBF51-5EC6-B9B4-18DD-5FF2F5D22B9D}"/>
          </ac:spMkLst>
        </pc:spChg>
        <pc:spChg chg="mod">
          <ac:chgData name="박 창규" userId="fef3e9c2-3755-4c94-893d-f890b45660c5" providerId="ADAL" clId="{F9E80608-7663-4E5A-87A8-9EA4FA97971A}" dt="2026-03-04T13:12:21.384" v="8478" actId="20577"/>
          <ac:spMkLst>
            <pc:docMk/>
            <pc:sldMk cId="1334006330" sldId="2147480442"/>
            <ac:spMk id="29" creationId="{10CDE280-E5CF-ACCB-91FE-42AAF76EFBC5}"/>
          </ac:spMkLst>
        </pc:spChg>
        <pc:spChg chg="mod">
          <ac:chgData name="박 창규" userId="fef3e9c2-3755-4c94-893d-f890b45660c5" providerId="ADAL" clId="{F9E80608-7663-4E5A-87A8-9EA4FA97971A}" dt="2026-03-04T12:30:02.958" v="4890"/>
          <ac:spMkLst>
            <pc:docMk/>
            <pc:sldMk cId="1334006330" sldId="2147480442"/>
            <ac:spMk id="31" creationId="{60B5680D-56C4-542C-C895-153366670F62}"/>
          </ac:spMkLst>
        </pc:spChg>
        <pc:spChg chg="mod">
          <ac:chgData name="박 창규" userId="fef3e9c2-3755-4c94-893d-f890b45660c5" providerId="ADAL" clId="{F9E80608-7663-4E5A-87A8-9EA4FA97971A}" dt="2026-03-04T12:30:43.086" v="4904" actId="255"/>
          <ac:spMkLst>
            <pc:docMk/>
            <pc:sldMk cId="1334006330" sldId="2147480442"/>
            <ac:spMk id="32" creationId="{5D613F70-A34E-66DA-829F-7D7E94DCB8C1}"/>
          </ac:spMkLst>
        </pc:spChg>
        <pc:spChg chg="mod">
          <ac:chgData name="박 창규" userId="fef3e9c2-3755-4c94-893d-f890b45660c5" providerId="ADAL" clId="{F9E80608-7663-4E5A-87A8-9EA4FA97971A}" dt="2026-03-04T13:24:32.748" v="9768" actId="947"/>
          <ac:spMkLst>
            <pc:docMk/>
            <pc:sldMk cId="1334006330" sldId="2147480442"/>
            <ac:spMk id="34" creationId="{DE0F0891-4C3C-88E7-47EC-9E9C6436691C}"/>
          </ac:spMkLst>
        </pc:spChg>
        <pc:spChg chg="mod">
          <ac:chgData name="박 창규" userId="fef3e9c2-3755-4c94-893d-f890b45660c5" providerId="ADAL" clId="{F9E80608-7663-4E5A-87A8-9EA4FA97971A}" dt="2026-03-04T13:10:00.073" v="8025" actId="20577"/>
          <ac:spMkLst>
            <pc:docMk/>
            <pc:sldMk cId="1334006330" sldId="2147480442"/>
            <ac:spMk id="36" creationId="{DB9A2EBE-F7BF-73E6-35B9-9890293F4564}"/>
          </ac:spMkLst>
        </pc:spChg>
        <pc:spChg chg="mod">
          <ac:chgData name="박 창규" userId="fef3e9c2-3755-4c94-893d-f890b45660c5" providerId="ADAL" clId="{F9E80608-7663-4E5A-87A8-9EA4FA97971A}" dt="2026-03-04T12:30:02.958" v="4890"/>
          <ac:spMkLst>
            <pc:docMk/>
            <pc:sldMk cId="1334006330" sldId="2147480442"/>
            <ac:spMk id="38" creationId="{B7386EF0-948A-37BA-D93A-45B14E27D27A}"/>
          </ac:spMkLst>
        </pc:spChg>
        <pc:spChg chg="mod">
          <ac:chgData name="박 창규" userId="fef3e9c2-3755-4c94-893d-f890b45660c5" providerId="ADAL" clId="{F9E80608-7663-4E5A-87A8-9EA4FA97971A}" dt="2026-03-04T13:43:24.197" v="11395" actId="20577"/>
          <ac:spMkLst>
            <pc:docMk/>
            <pc:sldMk cId="1334006330" sldId="2147480442"/>
            <ac:spMk id="43" creationId="{90B7AA08-9B11-54A0-5BF5-9CE6709A4376}"/>
          </ac:spMkLst>
        </pc:spChg>
        <pc:spChg chg="mod">
          <ac:chgData name="박 창규" userId="fef3e9c2-3755-4c94-893d-f890b45660c5" providerId="ADAL" clId="{F9E80608-7663-4E5A-87A8-9EA4FA97971A}" dt="2026-03-04T13:41:41.189" v="11286" actId="115"/>
          <ac:spMkLst>
            <pc:docMk/>
            <pc:sldMk cId="1334006330" sldId="2147480442"/>
            <ac:spMk id="44" creationId="{D2B66B44-C8DF-BBF7-6F59-B5EC2234D5A0}"/>
          </ac:spMkLst>
        </pc:spChg>
        <pc:spChg chg="mod">
          <ac:chgData name="박 창규" userId="fef3e9c2-3755-4c94-893d-f890b45660c5" providerId="ADAL" clId="{F9E80608-7663-4E5A-87A8-9EA4FA97971A}" dt="2026-03-04T12:33:50.549" v="4975" actId="20577"/>
          <ac:spMkLst>
            <pc:docMk/>
            <pc:sldMk cId="1334006330" sldId="2147480442"/>
            <ac:spMk id="46" creationId="{25BEF54D-45A1-5754-B646-915EE8CF9282}"/>
          </ac:spMkLst>
        </pc:spChg>
        <pc:spChg chg="mod">
          <ac:chgData name="박 창규" userId="fef3e9c2-3755-4c94-893d-f890b45660c5" providerId="ADAL" clId="{F9E80608-7663-4E5A-87A8-9EA4FA97971A}" dt="2026-03-04T13:32:38.867" v="10636" actId="947"/>
          <ac:spMkLst>
            <pc:docMk/>
            <pc:sldMk cId="1334006330" sldId="2147480442"/>
            <ac:spMk id="50" creationId="{56B5321D-3A14-4273-9470-C1848E74A2EE}"/>
          </ac:spMkLst>
        </pc:spChg>
        <pc:spChg chg="mod">
          <ac:chgData name="박 창규" userId="fef3e9c2-3755-4c94-893d-f890b45660c5" providerId="ADAL" clId="{F9E80608-7663-4E5A-87A8-9EA4FA97971A}" dt="2026-03-04T13:32:17.210" v="10589" actId="20577"/>
          <ac:spMkLst>
            <pc:docMk/>
            <pc:sldMk cId="1334006330" sldId="2147480442"/>
            <ac:spMk id="51" creationId="{7CFF20D9-803A-54FA-D4F3-0A546CE294C2}"/>
          </ac:spMkLst>
        </pc:spChg>
        <pc:spChg chg="mod">
          <ac:chgData name="박 창규" userId="fef3e9c2-3755-4c94-893d-f890b45660c5" providerId="ADAL" clId="{F9E80608-7663-4E5A-87A8-9EA4FA97971A}" dt="2026-03-04T13:28:36.708" v="10044" actId="20577"/>
          <ac:spMkLst>
            <pc:docMk/>
            <pc:sldMk cId="1334006330" sldId="2147480442"/>
            <ac:spMk id="53" creationId="{009BEA50-5B4B-A8B3-CB7E-C9B018744EA4}"/>
          </ac:spMkLst>
        </pc:spChg>
        <pc:spChg chg="mod">
          <ac:chgData name="박 창규" userId="fef3e9c2-3755-4c94-893d-f890b45660c5" providerId="ADAL" clId="{F9E80608-7663-4E5A-87A8-9EA4FA97971A}" dt="2026-03-04T13:47:31.020" v="11710" actId="947"/>
          <ac:spMkLst>
            <pc:docMk/>
            <pc:sldMk cId="1334006330" sldId="2147480442"/>
            <ac:spMk id="57" creationId="{35DB6AA4-ED93-0488-DDFA-6F911302CE0C}"/>
          </ac:spMkLst>
        </pc:spChg>
        <pc:spChg chg="mod">
          <ac:chgData name="박 창규" userId="fef3e9c2-3755-4c94-893d-f890b45660c5" providerId="ADAL" clId="{F9E80608-7663-4E5A-87A8-9EA4FA97971A}" dt="2026-03-04T13:45:54.477" v="11593" actId="20577"/>
          <ac:spMkLst>
            <pc:docMk/>
            <pc:sldMk cId="1334006330" sldId="2147480442"/>
            <ac:spMk id="58" creationId="{A312B664-4825-C02B-23DE-DB8FD3911F8E}"/>
          </ac:spMkLst>
        </pc:spChg>
        <pc:spChg chg="mod">
          <ac:chgData name="박 창규" userId="fef3e9c2-3755-4c94-893d-f890b45660c5" providerId="ADAL" clId="{F9E80608-7663-4E5A-87A8-9EA4FA97971A}" dt="2026-03-04T13:45:11.188" v="11400" actId="20577"/>
          <ac:spMkLst>
            <pc:docMk/>
            <pc:sldMk cId="1334006330" sldId="2147480442"/>
            <ac:spMk id="60" creationId="{0CC130AF-EF24-B4E6-137F-79F1079C8F68}"/>
          </ac:spMkLst>
        </pc:spChg>
        <pc:spChg chg="add mod ord">
          <ac:chgData name="박 창규" userId="fef3e9c2-3755-4c94-893d-f890b45660c5" providerId="ADAL" clId="{F9E80608-7663-4E5A-87A8-9EA4FA97971A}" dt="2026-03-04T12:31:02.123" v="4908" actId="167"/>
          <ac:spMkLst>
            <pc:docMk/>
            <pc:sldMk cId="1334006330" sldId="2147480442"/>
            <ac:spMk id="62" creationId="{200A4A6E-EBF7-37F2-8E12-D831CB0B2C76}"/>
          </ac:spMkLst>
        </pc:spChg>
        <pc:spChg chg="add mod ord">
          <ac:chgData name="박 창규" userId="fef3e9c2-3755-4c94-893d-f890b45660c5" providerId="ADAL" clId="{F9E80608-7663-4E5A-87A8-9EA4FA97971A}" dt="2026-03-04T12:31:02.123" v="4908" actId="167"/>
          <ac:spMkLst>
            <pc:docMk/>
            <pc:sldMk cId="1334006330" sldId="2147480442"/>
            <ac:spMk id="63" creationId="{1161FAEE-442A-8B33-B5B4-E4C71BD0D027}"/>
          </ac:spMkLst>
        </pc:spChg>
        <pc:spChg chg="add del mod">
          <ac:chgData name="박 창규" userId="fef3e9c2-3755-4c94-893d-f890b45660c5" providerId="ADAL" clId="{F9E80608-7663-4E5A-87A8-9EA4FA97971A}" dt="2026-03-04T12:30:58.223" v="4907" actId="478"/>
          <ac:spMkLst>
            <pc:docMk/>
            <pc:sldMk cId="1334006330" sldId="2147480442"/>
            <ac:spMk id="128" creationId="{17924780-0C6E-4C85-4619-52AAABF9CCAF}"/>
          </ac:spMkLst>
        </pc:spChg>
        <pc:spChg chg="add del mod">
          <ac:chgData name="박 창규" userId="fef3e9c2-3755-4c94-893d-f890b45660c5" providerId="ADAL" clId="{F9E80608-7663-4E5A-87A8-9EA4FA97971A}" dt="2026-03-04T13:28:45.766" v="10052" actId="478"/>
          <ac:spMkLst>
            <pc:docMk/>
            <pc:sldMk cId="1334006330" sldId="2147480442"/>
            <ac:spMk id="131" creationId="{5B1BAAF1-2153-FB48-F85D-6C7067B6D4B5}"/>
          </ac:spMkLst>
        </pc:spChg>
        <pc:grpChg chg="del">
          <ac:chgData name="박 창규" userId="fef3e9c2-3755-4c94-893d-f890b45660c5" providerId="ADAL" clId="{F9E80608-7663-4E5A-87A8-9EA4FA97971A}" dt="2026-03-04T12:33:23.489" v="4950" actId="478"/>
          <ac:grpSpMkLst>
            <pc:docMk/>
            <pc:sldMk cId="1334006330" sldId="2147480442"/>
            <ac:grpSpMk id="45" creationId="{9BB83B72-5B4F-846C-8044-0CBFC198067B}"/>
          </ac:grpSpMkLst>
        </pc:grpChg>
        <pc:grpChg chg="mod">
          <ac:chgData name="박 창규" userId="fef3e9c2-3755-4c94-893d-f890b45660c5" providerId="ADAL" clId="{F9E80608-7663-4E5A-87A8-9EA4FA97971A}" dt="2026-03-04T13:28:43.352" v="10051" actId="164"/>
          <ac:grpSpMkLst>
            <pc:docMk/>
            <pc:sldMk cId="1334006330" sldId="2147480442"/>
            <ac:grpSpMk id="48" creationId="{C2A6F461-AFFE-EA94-E362-BD17BE8BB48D}"/>
          </ac:grpSpMkLst>
        </pc:grpChg>
        <pc:grpChg chg="del">
          <ac:chgData name="박 창규" userId="fef3e9c2-3755-4c94-893d-f890b45660c5" providerId="ADAL" clId="{F9E80608-7663-4E5A-87A8-9EA4FA97971A}" dt="2026-03-04T12:33:19.882" v="4948" actId="478"/>
          <ac:grpSpMkLst>
            <pc:docMk/>
            <pc:sldMk cId="1334006330" sldId="2147480442"/>
            <ac:grpSpMk id="52" creationId="{85D14D6C-EBD0-FED7-11E6-75C4852B5396}"/>
          </ac:grpSpMkLst>
        </pc:grpChg>
        <pc:grpChg chg="mod">
          <ac:chgData name="박 창규" userId="fef3e9c2-3755-4c94-893d-f890b45660c5" providerId="ADAL" clId="{F9E80608-7663-4E5A-87A8-9EA4FA97971A}" dt="2026-03-04T13:45:15.063" v="11402" actId="164"/>
          <ac:grpSpMkLst>
            <pc:docMk/>
            <pc:sldMk cId="1334006330" sldId="2147480442"/>
            <ac:grpSpMk id="55" creationId="{5B81080A-2951-3701-E4E5-E6D407A2A841}"/>
          </ac:grpSpMkLst>
        </pc:grpChg>
        <pc:grpChg chg="del">
          <ac:chgData name="박 창규" userId="fef3e9c2-3755-4c94-893d-f890b45660c5" providerId="ADAL" clId="{F9E80608-7663-4E5A-87A8-9EA4FA97971A}" dt="2026-03-04T12:33:25.595" v="4951" actId="478"/>
          <ac:grpSpMkLst>
            <pc:docMk/>
            <pc:sldMk cId="1334006330" sldId="2147480442"/>
            <ac:grpSpMk id="59" creationId="{29DC2BB6-0B36-8D30-4148-ACB74BBEE59F}"/>
          </ac:grpSpMkLst>
        </pc:grpChg>
        <pc:grpChg chg="add mod">
          <ac:chgData name="박 창규" userId="fef3e9c2-3755-4c94-893d-f890b45660c5" providerId="ADAL" clId="{F9E80608-7663-4E5A-87A8-9EA4FA97971A}" dt="2026-03-04T13:28:43.352" v="10051" actId="164"/>
          <ac:grpSpMkLst>
            <pc:docMk/>
            <pc:sldMk cId="1334006330" sldId="2147480442"/>
            <ac:grpSpMk id="134" creationId="{703B6A54-A49A-0906-B6CA-07FDB8D0CA55}"/>
          </ac:grpSpMkLst>
        </pc:grpChg>
        <pc:grpChg chg="add mod">
          <ac:chgData name="박 창규" userId="fef3e9c2-3755-4c94-893d-f890b45660c5" providerId="ADAL" clId="{F9E80608-7663-4E5A-87A8-9EA4FA97971A}" dt="2026-03-04T13:45:15.063" v="11402" actId="164"/>
          <ac:grpSpMkLst>
            <pc:docMk/>
            <pc:sldMk cId="1334006330" sldId="2147480442"/>
            <ac:grpSpMk id="136" creationId="{B7B44B6E-DF71-5826-CBC6-5C94988A7556}"/>
          </ac:grpSpMkLst>
        </pc:grpChg>
        <pc:picChg chg="add del mod">
          <ac:chgData name="박 창규" userId="fef3e9c2-3755-4c94-893d-f890b45660c5" providerId="ADAL" clId="{F9E80608-7663-4E5A-87A8-9EA4FA97971A}" dt="2026-03-04T12:30:02.546" v="4889" actId="478"/>
          <ac:picMkLst>
            <pc:docMk/>
            <pc:sldMk cId="1334006330" sldId="2147480442"/>
            <ac:picMk id="8" creationId="{4DCCF36F-A020-1C1E-95AB-1C34C42D38FB}"/>
          </ac:picMkLst>
        </pc:picChg>
        <pc:picChg chg="add del mod">
          <ac:chgData name="박 창규" userId="fef3e9c2-3755-4c94-893d-f890b45660c5" providerId="ADAL" clId="{F9E80608-7663-4E5A-87A8-9EA4FA97971A}" dt="2026-03-04T09:46:41.530" v="360" actId="478"/>
          <ac:picMkLst>
            <pc:docMk/>
            <pc:sldMk cId="1334006330" sldId="2147480442"/>
            <ac:picMk id="11" creationId="{35B05C58-3794-94F9-031F-795BBDC47AC6}"/>
          </ac:picMkLst>
        </pc:picChg>
        <pc:picChg chg="add del mod">
          <ac:chgData name="박 창규" userId="fef3e9c2-3755-4c94-893d-f890b45660c5" providerId="ADAL" clId="{F9E80608-7663-4E5A-87A8-9EA4FA97971A}" dt="2026-03-04T09:46:43.143" v="361" actId="478"/>
          <ac:picMkLst>
            <pc:docMk/>
            <pc:sldMk cId="1334006330" sldId="2147480442"/>
            <ac:picMk id="12" creationId="{A8F30801-60FB-9DD7-8A2C-10996C52FD6B}"/>
          </ac:picMkLst>
        </pc:picChg>
        <pc:picChg chg="add del mod">
          <ac:chgData name="박 창규" userId="fef3e9c2-3755-4c94-893d-f890b45660c5" providerId="ADAL" clId="{F9E80608-7663-4E5A-87A8-9EA4FA97971A}" dt="2026-03-04T12:30:02.546" v="4889" actId="478"/>
          <ac:picMkLst>
            <pc:docMk/>
            <pc:sldMk cId="1334006330" sldId="2147480442"/>
            <ac:picMk id="13" creationId="{4F6612DE-A266-7896-A459-01201E66DB5D}"/>
          </ac:picMkLst>
        </pc:picChg>
        <pc:picChg chg="add del mod">
          <ac:chgData name="박 창규" userId="fef3e9c2-3755-4c94-893d-f890b45660c5" providerId="ADAL" clId="{F9E80608-7663-4E5A-87A8-9EA4FA97971A}" dt="2026-03-04T12:30:02.546" v="4889" actId="478"/>
          <ac:picMkLst>
            <pc:docMk/>
            <pc:sldMk cId="1334006330" sldId="2147480442"/>
            <ac:picMk id="14" creationId="{08B95146-A270-D685-86C7-780FEE44F834}"/>
          </ac:picMkLst>
        </pc:picChg>
        <pc:picChg chg="del">
          <ac:chgData name="박 창규" userId="fef3e9c2-3755-4c94-893d-f890b45660c5" providerId="ADAL" clId="{F9E80608-7663-4E5A-87A8-9EA4FA97971A}" dt="2026-03-04T12:30:54.872" v="4905" actId="478"/>
          <ac:picMkLst>
            <pc:docMk/>
            <pc:sldMk cId="1334006330" sldId="2147480442"/>
            <ac:picMk id="39" creationId="{E1DD530D-51B0-3C00-FB32-552D8ECF2CEC}"/>
          </ac:picMkLst>
        </pc:picChg>
        <pc:picChg chg="del">
          <ac:chgData name="박 창규" userId="fef3e9c2-3755-4c94-893d-f890b45660c5" providerId="ADAL" clId="{F9E80608-7663-4E5A-87A8-9EA4FA97971A}" dt="2026-03-04T12:30:54.872" v="4905" actId="478"/>
          <ac:picMkLst>
            <pc:docMk/>
            <pc:sldMk cId="1334006330" sldId="2147480442"/>
            <ac:picMk id="40" creationId="{8CEA4B91-A14C-F24D-92BB-35913FAD9A3B}"/>
          </ac:picMkLst>
        </pc:picChg>
        <pc:picChg chg="del">
          <ac:chgData name="박 창규" userId="fef3e9c2-3755-4c94-893d-f890b45660c5" providerId="ADAL" clId="{F9E80608-7663-4E5A-87A8-9EA4FA97971A}" dt="2026-03-04T12:33:23.489" v="4950" actId="478"/>
          <ac:picMkLst>
            <pc:docMk/>
            <pc:sldMk cId="1334006330" sldId="2147480442"/>
            <ac:picMk id="47" creationId="{660E18F8-87B9-38B0-4924-31599F0E573C}"/>
          </ac:picMkLst>
        </pc:picChg>
        <pc:picChg chg="del">
          <ac:chgData name="박 창규" userId="fef3e9c2-3755-4c94-893d-f890b45660c5" providerId="ADAL" clId="{F9E80608-7663-4E5A-87A8-9EA4FA97971A}" dt="2026-03-04T12:33:19.882" v="4948" actId="478"/>
          <ac:picMkLst>
            <pc:docMk/>
            <pc:sldMk cId="1334006330" sldId="2147480442"/>
            <ac:picMk id="54" creationId="{419AAF26-E928-4A40-BF8B-DD8573DCD690}"/>
          </ac:picMkLst>
        </pc:picChg>
        <pc:picChg chg="del">
          <ac:chgData name="박 창규" userId="fef3e9c2-3755-4c94-893d-f890b45660c5" providerId="ADAL" clId="{F9E80608-7663-4E5A-87A8-9EA4FA97971A}" dt="2026-03-04T12:33:25.595" v="4951" actId="478"/>
          <ac:picMkLst>
            <pc:docMk/>
            <pc:sldMk cId="1334006330" sldId="2147480442"/>
            <ac:picMk id="61" creationId="{95411E34-F153-17FE-992C-9911AC91227D}"/>
          </ac:picMkLst>
        </pc:picChg>
        <pc:picChg chg="add mod">
          <ac:chgData name="박 창규" userId="fef3e9c2-3755-4c94-893d-f890b45660c5" providerId="ADAL" clId="{F9E80608-7663-4E5A-87A8-9EA4FA97971A}" dt="2026-03-04T12:30:55.058" v="4906"/>
          <ac:picMkLst>
            <pc:docMk/>
            <pc:sldMk cId="1334006330" sldId="2147480442"/>
            <ac:picMk id="129" creationId="{7E5E10C7-FD59-F9F6-BD2C-0FB5B5A4B93D}"/>
          </ac:picMkLst>
        </pc:picChg>
        <pc:picChg chg="add mod">
          <ac:chgData name="박 창규" userId="fef3e9c2-3755-4c94-893d-f890b45660c5" providerId="ADAL" clId="{F9E80608-7663-4E5A-87A8-9EA4FA97971A}" dt="2026-03-04T12:30:55.058" v="4906"/>
          <ac:picMkLst>
            <pc:docMk/>
            <pc:sldMk cId="1334006330" sldId="2147480442"/>
            <ac:picMk id="130" creationId="{2813CAE9-8E7C-7967-EDDC-DCFA16FF8E65}"/>
          </ac:picMkLst>
        </pc:picChg>
        <pc:picChg chg="add del mod">
          <ac:chgData name="박 창규" userId="fef3e9c2-3755-4c94-893d-f890b45660c5" providerId="ADAL" clId="{F9E80608-7663-4E5A-87A8-9EA4FA97971A}" dt="2026-03-04T13:28:45.766" v="10052" actId="478"/>
          <ac:picMkLst>
            <pc:docMk/>
            <pc:sldMk cId="1334006330" sldId="2147480442"/>
            <ac:picMk id="132" creationId="{59C3AC3B-BF7C-D675-55FA-0A9956B9709F}"/>
          </ac:picMkLst>
        </pc:picChg>
        <pc:picChg chg="add mod">
          <ac:chgData name="박 창규" userId="fef3e9c2-3755-4c94-893d-f890b45660c5" providerId="ADAL" clId="{F9E80608-7663-4E5A-87A8-9EA4FA97971A}" dt="2026-03-04T13:28:43.352" v="10051" actId="164"/>
          <ac:picMkLst>
            <pc:docMk/>
            <pc:sldMk cId="1334006330" sldId="2147480442"/>
            <ac:picMk id="133" creationId="{39E688EA-5F17-E984-6817-1872D04E59CC}"/>
          </ac:picMkLst>
        </pc:picChg>
        <pc:picChg chg="add mod">
          <ac:chgData name="박 창규" userId="fef3e9c2-3755-4c94-893d-f890b45660c5" providerId="ADAL" clId="{F9E80608-7663-4E5A-87A8-9EA4FA97971A}" dt="2026-03-04T13:45:15.063" v="11402" actId="164"/>
          <ac:picMkLst>
            <pc:docMk/>
            <pc:sldMk cId="1334006330" sldId="2147480442"/>
            <ac:picMk id="135" creationId="{E34942C7-F904-942B-A66B-AF4DAA784087}"/>
          </ac:picMkLst>
        </pc:picChg>
      </pc:sldChg>
      <pc:sldChg chg="addSp delSp modSp mod">
        <pc:chgData name="박 창규" userId="fef3e9c2-3755-4c94-893d-f890b45660c5" providerId="ADAL" clId="{F9E80608-7663-4E5A-87A8-9EA4FA97971A}" dt="2026-03-04T13:19:26.668" v="9345" actId="6549"/>
        <pc:sldMkLst>
          <pc:docMk/>
          <pc:sldMk cId="2581128068" sldId="2147480443"/>
        </pc:sldMkLst>
        <pc:spChg chg="mod">
          <ac:chgData name="박 창규" userId="fef3e9c2-3755-4c94-893d-f890b45660c5" providerId="ADAL" clId="{F9E80608-7663-4E5A-87A8-9EA4FA97971A}" dt="2026-03-04T13:08:15.723" v="7881" actId="20577"/>
          <ac:spMkLst>
            <pc:docMk/>
            <pc:sldMk cId="2581128068" sldId="2147480443"/>
            <ac:spMk id="3" creationId="{2ED70CD0-CB1F-A188-222C-CE27BD6585B3}"/>
          </ac:spMkLst>
        </pc:spChg>
        <pc:spChg chg="del mod">
          <ac:chgData name="박 창규" userId="fef3e9c2-3755-4c94-893d-f890b45660c5" providerId="ADAL" clId="{F9E80608-7663-4E5A-87A8-9EA4FA97971A}" dt="2026-03-04T13:08:01.155" v="7879" actId="478"/>
          <ac:spMkLst>
            <pc:docMk/>
            <pc:sldMk cId="2581128068" sldId="2147480443"/>
            <ac:spMk id="4" creationId="{1429C37D-A181-55EC-1956-5C7FB7C99A74}"/>
          </ac:spMkLst>
        </pc:spChg>
        <pc:spChg chg="add del mod">
          <ac:chgData name="박 창규" userId="fef3e9c2-3755-4c94-893d-f890b45660c5" providerId="ADAL" clId="{F9E80608-7663-4E5A-87A8-9EA4FA97971A}" dt="2026-03-04T12:36:27.523" v="5046" actId="478"/>
          <ac:spMkLst>
            <pc:docMk/>
            <pc:sldMk cId="2581128068" sldId="2147480443"/>
            <ac:spMk id="5" creationId="{EC2A0DC0-5093-4C7C-F09B-2CA2B8469F8B}"/>
          </ac:spMkLst>
        </pc:spChg>
        <pc:spChg chg="add del mod">
          <ac:chgData name="박 창규" userId="fef3e9c2-3755-4c94-893d-f890b45660c5" providerId="ADAL" clId="{F9E80608-7663-4E5A-87A8-9EA4FA97971A}" dt="2026-03-04T12:36:27.523" v="5046" actId="478"/>
          <ac:spMkLst>
            <pc:docMk/>
            <pc:sldMk cId="2581128068" sldId="2147480443"/>
            <ac:spMk id="6" creationId="{0C2CD756-5F2B-65D5-5E85-40E101125ECE}"/>
          </ac:spMkLst>
        </pc:spChg>
        <pc:spChg chg="add del mod">
          <ac:chgData name="박 창규" userId="fef3e9c2-3755-4c94-893d-f890b45660c5" providerId="ADAL" clId="{F9E80608-7663-4E5A-87A8-9EA4FA97971A}" dt="2026-03-04T12:36:27.523" v="5046" actId="478"/>
          <ac:spMkLst>
            <pc:docMk/>
            <pc:sldMk cId="2581128068" sldId="2147480443"/>
            <ac:spMk id="7" creationId="{B524D138-4401-5F7A-4059-3FA080362325}"/>
          </ac:spMkLst>
        </pc:spChg>
        <pc:spChg chg="add del mod">
          <ac:chgData name="박 창규" userId="fef3e9c2-3755-4c94-893d-f890b45660c5" providerId="ADAL" clId="{F9E80608-7663-4E5A-87A8-9EA4FA97971A}" dt="2026-03-04T12:36:27.523" v="5046" actId="478"/>
          <ac:spMkLst>
            <pc:docMk/>
            <pc:sldMk cId="2581128068" sldId="2147480443"/>
            <ac:spMk id="9" creationId="{80C26B9B-DC87-12BD-A828-D160D0C53B9C}"/>
          </ac:spMkLst>
        </pc:spChg>
        <pc:spChg chg="add del mod">
          <ac:chgData name="박 창규" userId="fef3e9c2-3755-4c94-893d-f890b45660c5" providerId="ADAL" clId="{F9E80608-7663-4E5A-87A8-9EA4FA97971A}" dt="2026-03-04T12:36:27.523" v="5046" actId="478"/>
          <ac:spMkLst>
            <pc:docMk/>
            <pc:sldMk cId="2581128068" sldId="2147480443"/>
            <ac:spMk id="10" creationId="{F5127CB5-BF7C-6A01-4AF6-0697BFCFACDF}"/>
          </ac:spMkLst>
        </pc:spChg>
        <pc:spChg chg="del">
          <ac:chgData name="박 창규" userId="fef3e9c2-3755-4c94-893d-f890b45660c5" providerId="ADAL" clId="{F9E80608-7663-4E5A-87A8-9EA4FA97971A}" dt="2026-03-04T12:36:39.540" v="5048" actId="478"/>
          <ac:spMkLst>
            <pc:docMk/>
            <pc:sldMk cId="2581128068" sldId="2147480443"/>
            <ac:spMk id="15" creationId="{0C4A1A47-B8B4-FE3D-46FF-823DB0CBA226}"/>
          </ac:spMkLst>
        </pc:spChg>
        <pc:spChg chg="del">
          <ac:chgData name="박 창규" userId="fef3e9c2-3755-4c94-893d-f890b45660c5" providerId="ADAL" clId="{F9E80608-7663-4E5A-87A8-9EA4FA97971A}" dt="2026-03-04T12:36:39.540" v="5048" actId="478"/>
          <ac:spMkLst>
            <pc:docMk/>
            <pc:sldMk cId="2581128068" sldId="2147480443"/>
            <ac:spMk id="16" creationId="{DF975129-3906-25FF-C929-26F131C3CAB4}"/>
          </ac:spMkLst>
        </pc:spChg>
        <pc:spChg chg="mod">
          <ac:chgData name="박 창규" userId="fef3e9c2-3755-4c94-893d-f890b45660c5" providerId="ADAL" clId="{F9E80608-7663-4E5A-87A8-9EA4FA97971A}" dt="2026-03-04T12:37:09.932" v="5064" actId="255"/>
          <ac:spMkLst>
            <pc:docMk/>
            <pc:sldMk cId="2581128068" sldId="2147480443"/>
            <ac:spMk id="17" creationId="{97225112-F40B-58B7-4FCB-3C3F5E5DB032}"/>
          </ac:spMkLst>
        </pc:spChg>
        <pc:spChg chg="add mod">
          <ac:chgData name="박 창규" userId="fef3e9c2-3755-4c94-893d-f890b45660c5" providerId="ADAL" clId="{F9E80608-7663-4E5A-87A8-9EA4FA97971A}" dt="2026-03-04T12:45:57.146" v="5530" actId="20577"/>
          <ac:spMkLst>
            <pc:docMk/>
            <pc:sldMk cId="2581128068" sldId="2147480443"/>
            <ac:spMk id="20" creationId="{D30069FF-6F57-D8FC-BD9D-E77FFA56D953}"/>
          </ac:spMkLst>
        </pc:spChg>
        <pc:spChg chg="mod">
          <ac:chgData name="박 창규" userId="fef3e9c2-3755-4c94-893d-f890b45660c5" providerId="ADAL" clId="{F9E80608-7663-4E5A-87A8-9EA4FA97971A}" dt="2026-03-04T13:02:54.076" v="7543"/>
          <ac:spMkLst>
            <pc:docMk/>
            <pc:sldMk cId="2581128068" sldId="2147480443"/>
            <ac:spMk id="22" creationId="{B0ED7788-8A5A-D39A-EE38-1A7364ACBC0C}"/>
          </ac:spMkLst>
        </pc:spChg>
        <pc:spChg chg="mod">
          <ac:chgData name="박 창규" userId="fef3e9c2-3755-4c94-893d-f890b45660c5" providerId="ADAL" clId="{F9E80608-7663-4E5A-87A8-9EA4FA97971A}" dt="2026-03-04T12:37:02.262" v="5061" actId="403"/>
          <ac:spMkLst>
            <pc:docMk/>
            <pc:sldMk cId="2581128068" sldId="2147480443"/>
            <ac:spMk id="25" creationId="{CBCADA78-AFC1-2CBB-0A30-9B2591EFE5CC}"/>
          </ac:spMkLst>
        </pc:spChg>
        <pc:spChg chg="add mod">
          <ac:chgData name="박 창규" userId="fef3e9c2-3755-4c94-893d-f890b45660c5" providerId="ADAL" clId="{F9E80608-7663-4E5A-87A8-9EA4FA97971A}" dt="2026-03-04T12:36:27.859" v="5047"/>
          <ac:spMkLst>
            <pc:docMk/>
            <pc:sldMk cId="2581128068" sldId="2147480443"/>
            <ac:spMk id="26" creationId="{CB0F985E-FF7F-3ACF-EBD8-663334584059}"/>
          </ac:spMkLst>
        </pc:spChg>
        <pc:spChg chg="add mod">
          <ac:chgData name="박 창규" userId="fef3e9c2-3755-4c94-893d-f890b45660c5" providerId="ADAL" clId="{F9E80608-7663-4E5A-87A8-9EA4FA97971A}" dt="2026-03-04T12:52:10.876" v="6187" actId="20577"/>
          <ac:spMkLst>
            <pc:docMk/>
            <pc:sldMk cId="2581128068" sldId="2147480443"/>
            <ac:spMk id="27" creationId="{75B6B3C6-C8E8-0376-5379-8E68F984EB87}"/>
          </ac:spMkLst>
        </pc:spChg>
        <pc:spChg chg="mod">
          <ac:chgData name="박 창규" userId="fef3e9c2-3755-4c94-893d-f890b45660c5" providerId="ADAL" clId="{F9E80608-7663-4E5A-87A8-9EA4FA97971A}" dt="2026-03-04T13:03:23.663" v="7642"/>
          <ac:spMkLst>
            <pc:docMk/>
            <pc:sldMk cId="2581128068" sldId="2147480443"/>
            <ac:spMk id="29" creationId="{66CC43A6-FE86-0F9F-2A40-B11FC459BC04}"/>
          </ac:spMkLst>
        </pc:spChg>
        <pc:spChg chg="mod">
          <ac:chgData name="박 창규" userId="fef3e9c2-3755-4c94-893d-f890b45660c5" providerId="ADAL" clId="{F9E80608-7663-4E5A-87A8-9EA4FA97971A}" dt="2026-03-04T12:36:27.859" v="5047"/>
          <ac:spMkLst>
            <pc:docMk/>
            <pc:sldMk cId="2581128068" sldId="2147480443"/>
            <ac:spMk id="31" creationId="{CDA4A56D-47A2-8C74-B47B-94909ABCB8D9}"/>
          </ac:spMkLst>
        </pc:spChg>
        <pc:spChg chg="add mod">
          <ac:chgData name="박 창규" userId="fef3e9c2-3755-4c94-893d-f890b45660c5" providerId="ADAL" clId="{F9E80608-7663-4E5A-87A8-9EA4FA97971A}" dt="2026-03-04T12:37:13.133" v="5065" actId="255"/>
          <ac:spMkLst>
            <pc:docMk/>
            <pc:sldMk cId="2581128068" sldId="2147480443"/>
            <ac:spMk id="32" creationId="{232272B5-CA15-2566-486F-859A15703666}"/>
          </ac:spMkLst>
        </pc:spChg>
        <pc:spChg chg="mod">
          <ac:chgData name="박 창규" userId="fef3e9c2-3755-4c94-893d-f890b45660c5" providerId="ADAL" clId="{F9E80608-7663-4E5A-87A8-9EA4FA97971A}" dt="2026-03-04T12:54:54.430" v="6498" actId="20577"/>
          <ac:spMkLst>
            <pc:docMk/>
            <pc:sldMk cId="2581128068" sldId="2147480443"/>
            <ac:spMk id="34" creationId="{94BD9542-AD24-C604-8AE0-C682DEEAABCC}"/>
          </ac:spMkLst>
        </pc:spChg>
        <pc:spChg chg="mod">
          <ac:chgData name="박 창규" userId="fef3e9c2-3755-4c94-893d-f890b45660c5" providerId="ADAL" clId="{F9E80608-7663-4E5A-87A8-9EA4FA97971A}" dt="2026-03-04T13:02:01.063" v="7419" actId="947"/>
          <ac:spMkLst>
            <pc:docMk/>
            <pc:sldMk cId="2581128068" sldId="2147480443"/>
            <ac:spMk id="36" creationId="{631B1EA8-FD9F-961C-04F3-A9153FC1DD45}"/>
          </ac:spMkLst>
        </pc:spChg>
        <pc:spChg chg="mod">
          <ac:chgData name="박 창규" userId="fef3e9c2-3755-4c94-893d-f890b45660c5" providerId="ADAL" clId="{F9E80608-7663-4E5A-87A8-9EA4FA97971A}" dt="2026-03-04T12:49:13.791" v="5919" actId="947"/>
          <ac:spMkLst>
            <pc:docMk/>
            <pc:sldMk cId="2581128068" sldId="2147480443"/>
            <ac:spMk id="41" creationId="{F5BCFB47-1589-1B97-9913-ABAB893828AE}"/>
          </ac:spMkLst>
        </pc:spChg>
        <pc:spChg chg="mod">
          <ac:chgData name="박 창규" userId="fef3e9c2-3755-4c94-893d-f890b45660c5" providerId="ADAL" clId="{F9E80608-7663-4E5A-87A8-9EA4FA97971A}" dt="2026-03-04T13:06:15.878" v="7770" actId="115"/>
          <ac:spMkLst>
            <pc:docMk/>
            <pc:sldMk cId="2581128068" sldId="2147480443"/>
            <ac:spMk id="42" creationId="{04BAE0DA-7CCD-F009-03BB-B53D6CC6B749}"/>
          </ac:spMkLst>
        </pc:spChg>
        <pc:spChg chg="mod">
          <ac:chgData name="박 창규" userId="fef3e9c2-3755-4c94-893d-f890b45660c5" providerId="ADAL" clId="{F9E80608-7663-4E5A-87A8-9EA4FA97971A}" dt="2026-03-04T12:36:27.859" v="5047"/>
          <ac:spMkLst>
            <pc:docMk/>
            <pc:sldMk cId="2581128068" sldId="2147480443"/>
            <ac:spMk id="43" creationId="{4D2FC528-D2C1-78B5-055A-C1A5F6BC3AFE}"/>
          </ac:spMkLst>
        </pc:spChg>
        <pc:spChg chg="mod">
          <ac:chgData name="박 창규" userId="fef3e9c2-3755-4c94-893d-f890b45660c5" providerId="ADAL" clId="{F9E80608-7663-4E5A-87A8-9EA4FA97971A}" dt="2026-03-04T13:05:37.320" v="7766" actId="20577"/>
          <ac:spMkLst>
            <pc:docMk/>
            <pc:sldMk cId="2581128068" sldId="2147480443"/>
            <ac:spMk id="46" creationId="{2F17AA8C-0AAA-88AB-82BA-D3AB338B291B}"/>
          </ac:spMkLst>
        </pc:spChg>
        <pc:spChg chg="mod">
          <ac:chgData name="박 창규" userId="fef3e9c2-3755-4c94-893d-f890b45660c5" providerId="ADAL" clId="{F9E80608-7663-4E5A-87A8-9EA4FA97971A}" dt="2026-03-04T13:07:18.320" v="7814" actId="20577"/>
          <ac:spMkLst>
            <pc:docMk/>
            <pc:sldMk cId="2581128068" sldId="2147480443"/>
            <ac:spMk id="47" creationId="{D0C5AD5E-A486-35A9-5621-2D38B7F422FF}"/>
          </ac:spMkLst>
        </pc:spChg>
        <pc:spChg chg="mod">
          <ac:chgData name="박 창규" userId="fef3e9c2-3755-4c94-893d-f890b45660c5" providerId="ADAL" clId="{F9E80608-7663-4E5A-87A8-9EA4FA97971A}" dt="2026-03-04T13:07:59.213" v="7878" actId="20577"/>
          <ac:spMkLst>
            <pc:docMk/>
            <pc:sldMk cId="2581128068" sldId="2147480443"/>
            <ac:spMk id="51" creationId="{F285812B-87AA-A117-215C-00D65818DF39}"/>
          </ac:spMkLst>
        </pc:spChg>
        <pc:spChg chg="mod">
          <ac:chgData name="박 창규" userId="fef3e9c2-3755-4c94-893d-f890b45660c5" providerId="ADAL" clId="{F9E80608-7663-4E5A-87A8-9EA4FA97971A}" dt="2026-03-04T13:19:26.668" v="9345" actId="6549"/>
          <ac:spMkLst>
            <pc:docMk/>
            <pc:sldMk cId="2581128068" sldId="2147480443"/>
            <ac:spMk id="52" creationId="{0848E9C0-3D37-58FF-2D09-48A363A7F386}"/>
          </ac:spMkLst>
        </pc:spChg>
        <pc:spChg chg="add mod ord">
          <ac:chgData name="박 창규" userId="fef3e9c2-3755-4c94-893d-f890b45660c5" providerId="ADAL" clId="{F9E80608-7663-4E5A-87A8-9EA4FA97971A}" dt="2026-03-04T12:36:48.199" v="5052" actId="167"/>
          <ac:spMkLst>
            <pc:docMk/>
            <pc:sldMk cId="2581128068" sldId="2147480443"/>
            <ac:spMk id="56" creationId="{8D91B302-6CDE-D634-B4AF-4E516374BDB7}"/>
          </ac:spMkLst>
        </pc:spChg>
        <pc:spChg chg="add mod ord">
          <ac:chgData name="박 창규" userId="fef3e9c2-3755-4c94-893d-f890b45660c5" providerId="ADAL" clId="{F9E80608-7663-4E5A-87A8-9EA4FA97971A}" dt="2026-03-04T12:36:46.465" v="5051" actId="167"/>
          <ac:spMkLst>
            <pc:docMk/>
            <pc:sldMk cId="2581128068" sldId="2147480443"/>
            <ac:spMk id="57" creationId="{57CA2E7A-EE96-1B96-B887-4FE78AFFB722}"/>
          </ac:spMkLst>
        </pc:spChg>
        <pc:spChg chg="add del mod">
          <ac:chgData name="박 창규" userId="fef3e9c2-3755-4c94-893d-f890b45660c5" providerId="ADAL" clId="{F9E80608-7663-4E5A-87A8-9EA4FA97971A}" dt="2026-03-04T12:36:43.940" v="5050" actId="478"/>
          <ac:spMkLst>
            <pc:docMk/>
            <pc:sldMk cId="2581128068" sldId="2147480443"/>
            <ac:spMk id="58" creationId="{F369C268-7305-E93E-9266-8F0ED1261798}"/>
          </ac:spMkLst>
        </pc:spChg>
        <pc:picChg chg="add del mod">
          <ac:chgData name="박 창규" userId="fef3e9c2-3755-4c94-893d-f890b45660c5" providerId="ADAL" clId="{F9E80608-7663-4E5A-87A8-9EA4FA97971A}" dt="2026-03-04T12:36:27.523" v="5046" actId="478"/>
          <ac:picMkLst>
            <pc:docMk/>
            <pc:sldMk cId="2581128068" sldId="2147480443"/>
            <ac:picMk id="8" creationId="{055B8AFA-23A0-7F80-DE4C-FE9E72BB5BDA}"/>
          </ac:picMkLst>
        </pc:picChg>
        <pc:picChg chg="add del mod">
          <ac:chgData name="박 창규" userId="fef3e9c2-3755-4c94-893d-f890b45660c5" providerId="ADAL" clId="{F9E80608-7663-4E5A-87A8-9EA4FA97971A}" dt="2026-03-04T09:49:06.489" v="611" actId="478"/>
          <ac:picMkLst>
            <pc:docMk/>
            <pc:sldMk cId="2581128068" sldId="2147480443"/>
            <ac:picMk id="11" creationId="{BCE636B6-E5A6-2FBD-216A-7A6D7BA3179C}"/>
          </ac:picMkLst>
        </pc:picChg>
        <pc:picChg chg="add del mod">
          <ac:chgData name="박 창규" userId="fef3e9c2-3755-4c94-893d-f890b45660c5" providerId="ADAL" clId="{F9E80608-7663-4E5A-87A8-9EA4FA97971A}" dt="2026-03-04T09:49:20.252" v="612" actId="478"/>
          <ac:picMkLst>
            <pc:docMk/>
            <pc:sldMk cId="2581128068" sldId="2147480443"/>
            <ac:picMk id="12" creationId="{EBDFF9EF-4998-309A-4FB3-6923845CACFE}"/>
          </ac:picMkLst>
        </pc:picChg>
        <pc:picChg chg="add del mod">
          <ac:chgData name="박 창규" userId="fef3e9c2-3755-4c94-893d-f890b45660c5" providerId="ADAL" clId="{F9E80608-7663-4E5A-87A8-9EA4FA97971A}" dt="2026-03-04T12:36:27.523" v="5046" actId="478"/>
          <ac:picMkLst>
            <pc:docMk/>
            <pc:sldMk cId="2581128068" sldId="2147480443"/>
            <ac:picMk id="13" creationId="{BC1B20EF-A680-8AF4-69FE-B2CAC7A38AE7}"/>
          </ac:picMkLst>
        </pc:picChg>
        <pc:picChg chg="add del mod">
          <ac:chgData name="박 창규" userId="fef3e9c2-3755-4c94-893d-f890b45660c5" providerId="ADAL" clId="{F9E80608-7663-4E5A-87A8-9EA4FA97971A}" dt="2026-03-04T12:36:27.523" v="5046" actId="478"/>
          <ac:picMkLst>
            <pc:docMk/>
            <pc:sldMk cId="2581128068" sldId="2147480443"/>
            <ac:picMk id="14" creationId="{0E4C2360-6A70-EAAF-482D-B5428354C5CC}"/>
          </ac:picMkLst>
        </pc:picChg>
        <pc:picChg chg="del">
          <ac:chgData name="박 창규" userId="fef3e9c2-3755-4c94-893d-f890b45660c5" providerId="ADAL" clId="{F9E80608-7663-4E5A-87A8-9EA4FA97971A}" dt="2026-03-04T12:36:39.540" v="5048" actId="478"/>
          <ac:picMkLst>
            <pc:docMk/>
            <pc:sldMk cId="2581128068" sldId="2147480443"/>
            <ac:picMk id="54" creationId="{654C52C3-61AA-EE37-6C80-E0B6374DB4C1}"/>
          </ac:picMkLst>
        </pc:picChg>
        <pc:picChg chg="del">
          <ac:chgData name="박 창규" userId="fef3e9c2-3755-4c94-893d-f890b45660c5" providerId="ADAL" clId="{F9E80608-7663-4E5A-87A8-9EA4FA97971A}" dt="2026-03-04T12:36:39.540" v="5048" actId="478"/>
          <ac:picMkLst>
            <pc:docMk/>
            <pc:sldMk cId="2581128068" sldId="2147480443"/>
            <ac:picMk id="55" creationId="{C7CE3BBC-FD98-E4B2-E60E-3D116F80EF81}"/>
          </ac:picMkLst>
        </pc:picChg>
        <pc:picChg chg="add mod">
          <ac:chgData name="박 창규" userId="fef3e9c2-3755-4c94-893d-f890b45660c5" providerId="ADAL" clId="{F9E80608-7663-4E5A-87A8-9EA4FA97971A}" dt="2026-03-04T12:36:39.968" v="5049"/>
          <ac:picMkLst>
            <pc:docMk/>
            <pc:sldMk cId="2581128068" sldId="2147480443"/>
            <ac:picMk id="59" creationId="{522C6B47-7D95-B2BA-9EBE-2214530321AE}"/>
          </ac:picMkLst>
        </pc:picChg>
        <pc:picChg chg="add mod">
          <ac:chgData name="박 창규" userId="fef3e9c2-3755-4c94-893d-f890b45660c5" providerId="ADAL" clId="{F9E80608-7663-4E5A-87A8-9EA4FA97971A}" dt="2026-03-04T12:36:39.968" v="5049"/>
          <ac:picMkLst>
            <pc:docMk/>
            <pc:sldMk cId="2581128068" sldId="2147480443"/>
            <ac:picMk id="60" creationId="{D4C138BC-DA1B-0014-9E9B-C335DFD38CD3}"/>
          </ac:picMkLst>
        </pc:picChg>
        <pc:picChg chg="add del mod">
          <ac:chgData name="박 창규" userId="fef3e9c2-3755-4c94-893d-f890b45660c5" providerId="ADAL" clId="{F9E80608-7663-4E5A-87A8-9EA4FA97971A}" dt="2026-03-04T13:05:43.665" v="7767" actId="478"/>
          <ac:picMkLst>
            <pc:docMk/>
            <pc:sldMk cId="2581128068" sldId="2147480443"/>
            <ac:picMk id="61" creationId="{3B052EB6-167B-780D-54BC-0F82112C7C42}"/>
          </ac:picMkLst>
        </pc:picChg>
      </pc:sldChg>
      <pc:sldChg chg="del">
        <pc:chgData name="박 창규" userId="fef3e9c2-3755-4c94-893d-f890b45660c5" providerId="ADAL" clId="{F9E80608-7663-4E5A-87A8-9EA4FA97971A}" dt="2026-03-04T12:30:16.302" v="4892" actId="47"/>
        <pc:sldMkLst>
          <pc:docMk/>
          <pc:sldMk cId="1868813934" sldId="2147480447"/>
        </pc:sldMkLst>
      </pc:sldChg>
      <pc:sldChg chg="del">
        <pc:chgData name="박 창규" userId="fef3e9c2-3755-4c94-893d-f890b45660c5" providerId="ADAL" clId="{F9E80608-7663-4E5A-87A8-9EA4FA97971A}" dt="2026-03-04T12:37:39.137" v="5072" actId="47"/>
        <pc:sldMkLst>
          <pc:docMk/>
          <pc:sldMk cId="2520927806" sldId="2147480448"/>
        </pc:sldMkLst>
      </pc:sldChg>
      <pc:sldChg chg="del">
        <pc:chgData name="박 창규" userId="fef3e9c2-3755-4c94-893d-f890b45660c5" providerId="ADAL" clId="{F9E80608-7663-4E5A-87A8-9EA4FA97971A}" dt="2026-03-04T12:29:45.374" v="4887" actId="47"/>
        <pc:sldMkLst>
          <pc:docMk/>
          <pc:sldMk cId="7993466" sldId="2147480449"/>
        </pc:sldMkLst>
      </pc:sldChg>
      <pc:sldChg chg="modSp add del mod">
        <pc:chgData name="박 창규" userId="fef3e9c2-3755-4c94-893d-f890b45660c5" providerId="ADAL" clId="{F9E80608-7663-4E5A-87A8-9EA4FA97971A}" dt="2026-03-04T12:40:41.399" v="5221" actId="47"/>
        <pc:sldMkLst>
          <pc:docMk/>
          <pc:sldMk cId="2748880093" sldId="2147480449"/>
        </pc:sldMkLst>
        <pc:spChg chg="mod">
          <ac:chgData name="박 창규" userId="fef3e9c2-3755-4c94-893d-f890b45660c5" providerId="ADAL" clId="{F9E80608-7663-4E5A-87A8-9EA4FA97971A}" dt="2026-03-04T12:31:12.554" v="4910" actId="1076"/>
          <ac:spMkLst>
            <pc:docMk/>
            <pc:sldMk cId="2748880093" sldId="2147480449"/>
            <ac:spMk id="5" creationId="{FC3DE772-CA40-14C7-8E23-2D05BB76121E}"/>
          </ac:spMkLst>
        </pc:spChg>
      </pc:sldChg>
      <pc:sldChg chg="add del">
        <pc:chgData name="박 창규" userId="fef3e9c2-3755-4c94-893d-f890b45660c5" providerId="ADAL" clId="{F9E80608-7663-4E5A-87A8-9EA4FA97971A}" dt="2026-03-04T11:54:40.588" v="1932" actId="47"/>
        <pc:sldMkLst>
          <pc:docMk/>
          <pc:sldMk cId="711187392" sldId="2147480450"/>
        </pc:sldMkLst>
      </pc:sldChg>
      <pc:sldChg chg="addSp delSp modSp new mod">
        <pc:chgData name="박 창규" userId="fef3e9c2-3755-4c94-893d-f890b45660c5" providerId="ADAL" clId="{F9E80608-7663-4E5A-87A8-9EA4FA97971A}" dt="2026-03-04T12:40:28.139" v="5220" actId="947"/>
        <pc:sldMkLst>
          <pc:docMk/>
          <pc:sldMk cId="1459012983" sldId="2147480450"/>
        </pc:sldMkLst>
        <pc:spChg chg="mod">
          <ac:chgData name="박 창규" userId="fef3e9c2-3755-4c94-893d-f890b45660c5" providerId="ADAL" clId="{F9E80608-7663-4E5A-87A8-9EA4FA97971A}" dt="2026-03-04T12:40:28.139" v="5220" actId="947"/>
          <ac:spMkLst>
            <pc:docMk/>
            <pc:sldMk cId="1459012983" sldId="2147480450"/>
            <ac:spMk id="2" creationId="{448BC7FC-2A1A-93B9-DCF7-12D6FEB3D041}"/>
          </ac:spMkLst>
        </pc:spChg>
        <pc:spChg chg="add del mod">
          <ac:chgData name="박 창규" userId="fef3e9c2-3755-4c94-893d-f890b45660c5" providerId="ADAL" clId="{F9E80608-7663-4E5A-87A8-9EA4FA97971A}" dt="2026-03-04T12:40:01.350" v="5181" actId="478"/>
          <ac:spMkLst>
            <pc:docMk/>
            <pc:sldMk cId="1459012983" sldId="2147480450"/>
            <ac:spMk id="4" creationId="{887B2B29-A919-3669-0F07-F9D637470CD3}"/>
          </ac:spMkLst>
        </pc:spChg>
        <pc:picChg chg="add mod">
          <ac:chgData name="박 창규" userId="fef3e9c2-3755-4c94-893d-f890b45660c5" providerId="ADAL" clId="{F9E80608-7663-4E5A-87A8-9EA4FA97971A}" dt="2026-03-04T12:39:57.017" v="5180" actId="14100"/>
          <ac:picMkLst>
            <pc:docMk/>
            <pc:sldMk cId="1459012983" sldId="2147480450"/>
            <ac:picMk id="6" creationId="{C38F2690-A216-D09B-9B6A-4237D316ED61}"/>
          </ac:picMkLst>
        </pc:picChg>
      </pc:sldChg>
      <pc:sldChg chg="add del">
        <pc:chgData name="박 창규" userId="fef3e9c2-3755-4c94-893d-f890b45660c5" providerId="ADAL" clId="{F9E80608-7663-4E5A-87A8-9EA4FA97971A}" dt="2026-03-04T12:29:41.841" v="4886" actId="47"/>
        <pc:sldMkLst>
          <pc:docMk/>
          <pc:sldMk cId="3956183613" sldId="2147480450"/>
        </pc:sldMkLst>
      </pc:sldChg>
      <pc:sldChg chg="modSp add del mod">
        <pc:chgData name="박 창규" userId="fef3e9c2-3755-4c94-893d-f890b45660c5" providerId="ADAL" clId="{F9E80608-7663-4E5A-87A8-9EA4FA97971A}" dt="2026-03-04T12:37:43.923" v="5073" actId="47"/>
        <pc:sldMkLst>
          <pc:docMk/>
          <pc:sldMk cId="2799281441" sldId="2147480451"/>
        </pc:sldMkLst>
        <pc:spChg chg="mod">
          <ac:chgData name="박 창규" userId="fef3e9c2-3755-4c94-893d-f890b45660c5" providerId="ADAL" clId="{F9E80608-7663-4E5A-87A8-9EA4FA97971A}" dt="2026-03-04T12:37:21.040" v="5067" actId="1076"/>
          <ac:spMkLst>
            <pc:docMk/>
            <pc:sldMk cId="2799281441" sldId="2147480451"/>
            <ac:spMk id="4" creationId="{B077D4A3-2184-69BC-B85C-0EEFAD7AB919}"/>
          </ac:spMkLst>
        </pc:spChg>
      </pc:sldChg>
    </pc:docChg>
  </pc:docChgLst>
  <pc:docChgLst>
    <pc:chgData name="박 창규" userId="fef3e9c2-3755-4c94-893d-f890b45660c5" providerId="ADAL" clId="{35C9DAEA-1B02-41B6-84D7-160CEEF4B2E7}"/>
    <pc:docChg chg="undo redo custSel addSld delSld modSld sldOrd">
      <pc:chgData name="박 창규" userId="fef3e9c2-3755-4c94-893d-f890b45660c5" providerId="ADAL" clId="{35C9DAEA-1B02-41B6-84D7-160CEEF4B2E7}" dt="2026-03-05T06:52:23.415" v="8788" actId="6549"/>
      <pc:docMkLst>
        <pc:docMk/>
      </pc:docMkLst>
      <pc:sldChg chg="modSp mod">
        <pc:chgData name="박 창규" userId="fef3e9c2-3755-4c94-893d-f890b45660c5" providerId="ADAL" clId="{35C9DAEA-1B02-41B6-84D7-160CEEF4B2E7}" dt="2026-03-05T05:01:13.326" v="5273" actId="20577"/>
        <pc:sldMkLst>
          <pc:docMk/>
          <pc:sldMk cId="1003023798" sldId="8992"/>
        </pc:sldMkLst>
        <pc:spChg chg="mod">
          <ac:chgData name="박 창규" userId="fef3e9c2-3755-4c94-893d-f890b45660c5" providerId="ADAL" clId="{35C9DAEA-1B02-41B6-84D7-160CEEF4B2E7}" dt="2026-03-05T05:01:13.326" v="5273" actId="20577"/>
          <ac:spMkLst>
            <pc:docMk/>
            <pc:sldMk cId="1003023798" sldId="8992"/>
            <ac:spMk id="3" creationId="{D0C1EDBB-46D4-4D41-BD9E-A9753D4CF196}"/>
          </ac:spMkLst>
        </pc:spChg>
      </pc:sldChg>
      <pc:sldChg chg="modSp add del mod">
        <pc:chgData name="박 창규" userId="fef3e9c2-3755-4c94-893d-f890b45660c5" providerId="ADAL" clId="{35C9DAEA-1B02-41B6-84D7-160CEEF4B2E7}" dt="2026-03-05T04:35:20.880" v="4297" actId="47"/>
        <pc:sldMkLst>
          <pc:docMk/>
          <pc:sldMk cId="3465683463" sldId="15570"/>
        </pc:sldMkLst>
        <pc:spChg chg="mod">
          <ac:chgData name="박 창규" userId="fef3e9c2-3755-4c94-893d-f890b45660c5" providerId="ADAL" clId="{35C9DAEA-1B02-41B6-84D7-160CEEF4B2E7}" dt="2026-03-04T08:07:02.630" v="462" actId="6549"/>
          <ac:spMkLst>
            <pc:docMk/>
            <pc:sldMk cId="3465683463" sldId="15570"/>
            <ac:spMk id="12" creationId="{6D934F07-ABBC-F15B-5030-43A102605CAC}"/>
          </ac:spMkLst>
        </pc:spChg>
        <pc:spChg chg="mod">
          <ac:chgData name="박 창규" userId="fef3e9c2-3755-4c94-893d-f890b45660c5" providerId="ADAL" clId="{35C9DAEA-1B02-41B6-84D7-160CEEF4B2E7}" dt="2026-03-04T08:06:58.887" v="450" actId="6549"/>
          <ac:spMkLst>
            <pc:docMk/>
            <pc:sldMk cId="3465683463" sldId="15570"/>
            <ac:spMk id="17" creationId="{E75BB95B-0AF9-3766-9B91-F9ED240AA871}"/>
          </ac:spMkLst>
        </pc:spChg>
      </pc:sldChg>
      <pc:sldChg chg="modSp mod">
        <pc:chgData name="박 창규" userId="fef3e9c2-3755-4c94-893d-f890b45660c5" providerId="ADAL" clId="{35C9DAEA-1B02-41B6-84D7-160CEEF4B2E7}" dt="2026-03-05T04:15:39.693" v="3642" actId="20577"/>
        <pc:sldMkLst>
          <pc:docMk/>
          <pc:sldMk cId="1095854589" sldId="18190"/>
        </pc:sldMkLst>
        <pc:spChg chg="mod">
          <ac:chgData name="박 창규" userId="fef3e9c2-3755-4c94-893d-f890b45660c5" providerId="ADAL" clId="{35C9DAEA-1B02-41B6-84D7-160CEEF4B2E7}" dt="2026-03-05T04:15:39.693" v="3642" actId="20577"/>
          <ac:spMkLst>
            <pc:docMk/>
            <pc:sldMk cId="1095854589" sldId="18190"/>
            <ac:spMk id="48" creationId="{A4940C92-9CA3-7AEF-A1DF-8F215D0C744A}"/>
          </ac:spMkLst>
        </pc:spChg>
      </pc:sldChg>
      <pc:sldChg chg="modSp mod">
        <pc:chgData name="박 창규" userId="fef3e9c2-3755-4c94-893d-f890b45660c5" providerId="ADAL" clId="{35C9DAEA-1B02-41B6-84D7-160CEEF4B2E7}" dt="2026-03-05T04:15:21.683" v="3634" actId="20577"/>
        <pc:sldMkLst>
          <pc:docMk/>
          <pc:sldMk cId="3018884694" sldId="18492"/>
        </pc:sldMkLst>
        <pc:spChg chg="mod">
          <ac:chgData name="박 창규" userId="fef3e9c2-3755-4c94-893d-f890b45660c5" providerId="ADAL" clId="{35C9DAEA-1B02-41B6-84D7-160CEEF4B2E7}" dt="2026-03-05T04:15:21.683" v="3634" actId="20577"/>
          <ac:spMkLst>
            <pc:docMk/>
            <pc:sldMk cId="3018884694" sldId="18492"/>
            <ac:spMk id="3" creationId="{3EAE1C2F-31D0-E2EA-4FEF-F6606EF1CF8A}"/>
          </ac:spMkLst>
        </pc:spChg>
      </pc:sldChg>
      <pc:sldChg chg="addSp delSp modSp mod">
        <pc:chgData name="박 창규" userId="fef3e9c2-3755-4c94-893d-f890b45660c5" providerId="ADAL" clId="{35C9DAEA-1B02-41B6-84D7-160CEEF4B2E7}" dt="2026-03-05T05:00:34.241" v="5253"/>
        <pc:sldMkLst>
          <pc:docMk/>
          <pc:sldMk cId="3905940527" sldId="2147480399"/>
        </pc:sldMkLst>
        <pc:spChg chg="mod">
          <ac:chgData name="박 창규" userId="fef3e9c2-3755-4c94-893d-f890b45660c5" providerId="ADAL" clId="{35C9DAEA-1B02-41B6-84D7-160CEEF4B2E7}" dt="2026-03-05T05:00:34.241" v="5253"/>
          <ac:spMkLst>
            <pc:docMk/>
            <pc:sldMk cId="3905940527" sldId="2147480399"/>
            <ac:spMk id="3" creationId="{9AB9DF9E-1CDF-62FE-8EF9-4D3C19E274D2}"/>
          </ac:spMkLst>
        </pc:spChg>
        <pc:spChg chg="add del mod">
          <ac:chgData name="박 창규" userId="fef3e9c2-3755-4c94-893d-f890b45660c5" providerId="ADAL" clId="{35C9DAEA-1B02-41B6-84D7-160CEEF4B2E7}" dt="2026-03-05T01:50:53.772" v="1918" actId="478"/>
          <ac:spMkLst>
            <pc:docMk/>
            <pc:sldMk cId="3905940527" sldId="2147480399"/>
            <ac:spMk id="4" creationId="{D54BFD74-F8A1-B946-E8D8-647624981FF1}"/>
          </ac:spMkLst>
        </pc:spChg>
        <pc:spChg chg="mod">
          <ac:chgData name="박 창규" userId="fef3e9c2-3755-4c94-893d-f890b45660c5" providerId="ADAL" clId="{35C9DAEA-1B02-41B6-84D7-160CEEF4B2E7}" dt="2026-03-05T01:49:29.061" v="1861" actId="20577"/>
          <ac:spMkLst>
            <pc:docMk/>
            <pc:sldMk cId="3905940527" sldId="2147480399"/>
            <ac:spMk id="7" creationId="{589FD862-41D4-8E55-6216-21597FC46482}"/>
          </ac:spMkLst>
        </pc:spChg>
        <pc:spChg chg="del mod">
          <ac:chgData name="박 창규" userId="fef3e9c2-3755-4c94-893d-f890b45660c5" providerId="ADAL" clId="{35C9DAEA-1B02-41B6-84D7-160CEEF4B2E7}" dt="2026-03-05T01:31:29.495" v="565" actId="478"/>
          <ac:spMkLst>
            <pc:docMk/>
            <pc:sldMk cId="3905940527" sldId="2147480399"/>
            <ac:spMk id="8" creationId="{85852154-EC95-912D-229E-02A3B444CA9A}"/>
          </ac:spMkLst>
        </pc:spChg>
        <pc:spChg chg="del mod">
          <ac:chgData name="박 창규" userId="fef3e9c2-3755-4c94-893d-f890b45660c5" providerId="ADAL" clId="{35C9DAEA-1B02-41B6-84D7-160CEEF4B2E7}" dt="2026-03-05T01:31:27.018" v="563" actId="478"/>
          <ac:spMkLst>
            <pc:docMk/>
            <pc:sldMk cId="3905940527" sldId="2147480399"/>
            <ac:spMk id="10" creationId="{1CFF734D-4D26-F151-A248-3BD69E4B1E04}"/>
          </ac:spMkLst>
        </pc:spChg>
        <pc:spChg chg="mod">
          <ac:chgData name="박 창규" userId="fef3e9c2-3755-4c94-893d-f890b45660c5" providerId="ADAL" clId="{35C9DAEA-1B02-41B6-84D7-160CEEF4B2E7}" dt="2026-03-05T01:46:56.723" v="1673" actId="6549"/>
          <ac:spMkLst>
            <pc:docMk/>
            <pc:sldMk cId="3905940527" sldId="2147480399"/>
            <ac:spMk id="16" creationId="{E253930A-27A9-43C5-92E3-2597FE4080A2}"/>
          </ac:spMkLst>
        </pc:spChg>
        <pc:spChg chg="mod">
          <ac:chgData name="박 창규" userId="fef3e9c2-3755-4c94-893d-f890b45660c5" providerId="ADAL" clId="{35C9DAEA-1B02-41B6-84D7-160CEEF4B2E7}" dt="2026-03-05T01:51:32.236" v="1953" actId="113"/>
          <ac:spMkLst>
            <pc:docMk/>
            <pc:sldMk cId="3905940527" sldId="2147480399"/>
            <ac:spMk id="18" creationId="{DD69579F-2F09-AB2B-F75E-C7702711279D}"/>
          </ac:spMkLst>
        </pc:spChg>
        <pc:spChg chg="mod">
          <ac:chgData name="박 창규" userId="fef3e9c2-3755-4c94-893d-f890b45660c5" providerId="ADAL" clId="{35C9DAEA-1B02-41B6-84D7-160CEEF4B2E7}" dt="2026-03-05T01:38:51.762" v="952" actId="20577"/>
          <ac:spMkLst>
            <pc:docMk/>
            <pc:sldMk cId="3905940527" sldId="2147480399"/>
            <ac:spMk id="20" creationId="{265BECCD-36D4-4F5D-84F0-ED6655CC33C2}"/>
          </ac:spMkLst>
        </pc:spChg>
        <pc:spChg chg="mod">
          <ac:chgData name="박 창규" userId="fef3e9c2-3755-4c94-893d-f890b45660c5" providerId="ADAL" clId="{35C9DAEA-1B02-41B6-84D7-160CEEF4B2E7}" dt="2026-03-05T01:39:58.595" v="1215" actId="947"/>
          <ac:spMkLst>
            <pc:docMk/>
            <pc:sldMk cId="3905940527" sldId="2147480399"/>
            <ac:spMk id="30" creationId="{F9FF2F27-ED57-43B8-9DA2-3CF7E3332026}"/>
          </ac:spMkLst>
        </pc:spChg>
        <pc:spChg chg="mod">
          <ac:chgData name="박 창규" userId="fef3e9c2-3755-4c94-893d-f890b45660c5" providerId="ADAL" clId="{35C9DAEA-1B02-41B6-84D7-160CEEF4B2E7}" dt="2026-03-05T01:41:45.659" v="1555" actId="947"/>
          <ac:spMkLst>
            <pc:docMk/>
            <pc:sldMk cId="3905940527" sldId="2147480399"/>
            <ac:spMk id="36" creationId="{BE974EFB-9889-E53D-3C73-7AD89939AE40}"/>
          </ac:spMkLst>
        </pc:spChg>
        <pc:spChg chg="mod">
          <ac:chgData name="박 창규" userId="fef3e9c2-3755-4c94-893d-f890b45660c5" providerId="ADAL" clId="{35C9DAEA-1B02-41B6-84D7-160CEEF4B2E7}" dt="2026-03-05T01:31:32.563" v="575" actId="6549"/>
          <ac:spMkLst>
            <pc:docMk/>
            <pc:sldMk cId="3905940527" sldId="2147480399"/>
            <ac:spMk id="44" creationId="{35A69FE5-85CA-D152-88B1-7B64EB98430A}"/>
          </ac:spMkLst>
        </pc:spChg>
        <pc:spChg chg="mod">
          <ac:chgData name="박 창규" userId="fef3e9c2-3755-4c94-893d-f890b45660c5" providerId="ADAL" clId="{35C9DAEA-1B02-41B6-84D7-160CEEF4B2E7}" dt="2026-03-05T01:40:51.730" v="1289" actId="20577"/>
          <ac:spMkLst>
            <pc:docMk/>
            <pc:sldMk cId="3905940527" sldId="2147480399"/>
            <ac:spMk id="50" creationId="{8CA6B172-71D7-BB9D-AABC-CA92DE687465}"/>
          </ac:spMkLst>
        </pc:spChg>
        <pc:spChg chg="mod">
          <ac:chgData name="박 창규" userId="fef3e9c2-3755-4c94-893d-f890b45660c5" providerId="ADAL" clId="{35C9DAEA-1B02-41B6-84D7-160CEEF4B2E7}" dt="2026-03-05T01:34:15.981" v="665" actId="1035"/>
          <ac:spMkLst>
            <pc:docMk/>
            <pc:sldMk cId="3905940527" sldId="2147480399"/>
            <ac:spMk id="53" creationId="{DB520A9D-E333-1F31-5094-D03A6C3BC707}"/>
          </ac:spMkLst>
        </pc:spChg>
        <pc:spChg chg="mod">
          <ac:chgData name="박 창규" userId="fef3e9c2-3755-4c94-893d-f890b45660c5" providerId="ADAL" clId="{35C9DAEA-1B02-41B6-84D7-160CEEF4B2E7}" dt="2026-03-05T01:31:47.920" v="592" actId="20577"/>
          <ac:spMkLst>
            <pc:docMk/>
            <pc:sldMk cId="3905940527" sldId="2147480399"/>
            <ac:spMk id="55" creationId="{BC71CC29-189F-A04B-C45D-099067CC3B5C}"/>
          </ac:spMkLst>
        </pc:spChg>
        <pc:spChg chg="mod">
          <ac:chgData name="박 창규" userId="fef3e9c2-3755-4c94-893d-f890b45660c5" providerId="ADAL" clId="{35C9DAEA-1B02-41B6-84D7-160CEEF4B2E7}" dt="2026-03-05T05:00:12.232" v="5241" actId="14100"/>
          <ac:spMkLst>
            <pc:docMk/>
            <pc:sldMk cId="3905940527" sldId="2147480399"/>
            <ac:spMk id="65" creationId="{3A129A1D-6DA1-72BF-F02D-E17880DEAF3B}"/>
          </ac:spMkLst>
        </pc:spChg>
        <pc:spChg chg="mod">
          <ac:chgData name="박 창규" userId="fef3e9c2-3755-4c94-893d-f890b45660c5" providerId="ADAL" clId="{35C9DAEA-1B02-41B6-84D7-160CEEF4B2E7}" dt="2026-03-05T01:35:02.961" v="748"/>
          <ac:spMkLst>
            <pc:docMk/>
            <pc:sldMk cId="3905940527" sldId="2147480399"/>
            <ac:spMk id="66" creationId="{FCB06686-0D70-3B6B-E466-7947B1CD81AA}"/>
          </ac:spMkLst>
        </pc:spChg>
        <pc:spChg chg="mod">
          <ac:chgData name="박 창규" userId="fef3e9c2-3755-4c94-893d-f890b45660c5" providerId="ADAL" clId="{35C9DAEA-1B02-41B6-84D7-160CEEF4B2E7}" dt="2026-03-05T01:35:02.961" v="748"/>
          <ac:spMkLst>
            <pc:docMk/>
            <pc:sldMk cId="3905940527" sldId="2147480399"/>
            <ac:spMk id="67" creationId="{25C315E1-F19A-993B-8A24-DC42D3D92E8A}"/>
          </ac:spMkLst>
        </pc:spChg>
        <pc:spChg chg="mod">
          <ac:chgData name="박 창규" userId="fef3e9c2-3755-4c94-893d-f890b45660c5" providerId="ADAL" clId="{35C9DAEA-1B02-41B6-84D7-160CEEF4B2E7}" dt="2026-03-05T01:35:02.961" v="748"/>
          <ac:spMkLst>
            <pc:docMk/>
            <pc:sldMk cId="3905940527" sldId="2147480399"/>
            <ac:spMk id="68" creationId="{C490F998-D2A3-289C-8102-EA9A55698CA3}"/>
          </ac:spMkLst>
        </pc:spChg>
        <pc:spChg chg="mod">
          <ac:chgData name="박 창규" userId="fef3e9c2-3755-4c94-893d-f890b45660c5" providerId="ADAL" clId="{35C9DAEA-1B02-41B6-84D7-160CEEF4B2E7}" dt="2026-03-05T01:35:02.961" v="748"/>
          <ac:spMkLst>
            <pc:docMk/>
            <pc:sldMk cId="3905940527" sldId="2147480399"/>
            <ac:spMk id="69" creationId="{15EE0859-9F38-FBCA-9648-22C21CF6019F}"/>
          </ac:spMkLst>
        </pc:spChg>
        <pc:spChg chg="mod">
          <ac:chgData name="박 창규" userId="fef3e9c2-3755-4c94-893d-f890b45660c5" providerId="ADAL" clId="{35C9DAEA-1B02-41B6-84D7-160CEEF4B2E7}" dt="2026-03-05T01:36:13.155" v="928" actId="404"/>
          <ac:spMkLst>
            <pc:docMk/>
            <pc:sldMk cId="3905940527" sldId="2147480399"/>
            <ac:spMk id="70" creationId="{F0933DF7-5B8A-BF94-A04C-61522756F992}"/>
          </ac:spMkLst>
        </pc:spChg>
        <pc:spChg chg="mod">
          <ac:chgData name="박 창규" userId="fef3e9c2-3755-4c94-893d-f890b45660c5" providerId="ADAL" clId="{35C9DAEA-1B02-41B6-84D7-160CEEF4B2E7}" dt="2026-03-05T05:00:15.104" v="5244" actId="14100"/>
          <ac:spMkLst>
            <pc:docMk/>
            <pc:sldMk cId="3905940527" sldId="2147480399"/>
            <ac:spMk id="74" creationId="{FE7452C1-5DD1-94B4-F192-03025D53F8C0}"/>
          </ac:spMkLst>
        </pc:spChg>
        <pc:spChg chg="mod">
          <ac:chgData name="박 창규" userId="fef3e9c2-3755-4c94-893d-f890b45660c5" providerId="ADAL" clId="{35C9DAEA-1B02-41B6-84D7-160CEEF4B2E7}" dt="2026-03-05T01:35:25.526" v="777" actId="6549"/>
          <ac:spMkLst>
            <pc:docMk/>
            <pc:sldMk cId="3905940527" sldId="2147480399"/>
            <ac:spMk id="79" creationId="{E9E02FE3-AC25-A1A8-5942-1F4DFCDD2B2B}"/>
          </ac:spMkLst>
        </pc:spChg>
        <pc:spChg chg="mod">
          <ac:chgData name="박 창규" userId="fef3e9c2-3755-4c94-893d-f890b45660c5" providerId="ADAL" clId="{35C9DAEA-1B02-41B6-84D7-160CEEF4B2E7}" dt="2026-03-05T05:00:19.821" v="5248" actId="14100"/>
          <ac:spMkLst>
            <pc:docMk/>
            <pc:sldMk cId="3905940527" sldId="2147480399"/>
            <ac:spMk id="81" creationId="{A132EFFE-981D-87E9-840B-84087C7F3883}"/>
          </ac:spMkLst>
        </pc:spChg>
        <pc:spChg chg="mod">
          <ac:chgData name="박 창규" userId="fef3e9c2-3755-4c94-893d-f890b45660c5" providerId="ADAL" clId="{35C9DAEA-1B02-41B6-84D7-160CEEF4B2E7}" dt="2026-03-05T01:35:36.531" v="786" actId="6549"/>
          <ac:spMkLst>
            <pc:docMk/>
            <pc:sldMk cId="3905940527" sldId="2147480399"/>
            <ac:spMk id="86" creationId="{CDEF4608-2A45-6D4D-1CA1-2BF870BA2C49}"/>
          </ac:spMkLst>
        </pc:spChg>
        <pc:spChg chg="mod">
          <ac:chgData name="박 창규" userId="fef3e9c2-3755-4c94-893d-f890b45660c5" providerId="ADAL" clId="{35C9DAEA-1B02-41B6-84D7-160CEEF4B2E7}" dt="2026-03-05T05:00:23.570" v="5251" actId="1036"/>
          <ac:spMkLst>
            <pc:docMk/>
            <pc:sldMk cId="3905940527" sldId="2147480399"/>
            <ac:spMk id="122" creationId="{558D48CF-CD25-8415-7133-54C4297EE833}"/>
          </ac:spMkLst>
        </pc:spChg>
        <pc:spChg chg="mod">
          <ac:chgData name="박 창규" userId="fef3e9c2-3755-4c94-893d-f890b45660c5" providerId="ADAL" clId="{35C9DAEA-1B02-41B6-84D7-160CEEF4B2E7}" dt="2026-03-05T01:46:09.922" v="1670" actId="20577"/>
          <ac:spMkLst>
            <pc:docMk/>
            <pc:sldMk cId="3905940527" sldId="2147480399"/>
            <ac:spMk id="133" creationId="{33B798CB-5AED-9462-121B-A9BB7A5E3805}"/>
          </ac:spMkLst>
        </pc:spChg>
        <pc:spChg chg="mod">
          <ac:chgData name="박 창규" userId="fef3e9c2-3755-4c94-893d-f890b45660c5" providerId="ADAL" clId="{35C9DAEA-1B02-41B6-84D7-160CEEF4B2E7}" dt="2026-03-05T01:31:39.503" v="577" actId="1076"/>
          <ac:spMkLst>
            <pc:docMk/>
            <pc:sldMk cId="3905940527" sldId="2147480399"/>
            <ac:spMk id="135" creationId="{598D4097-1F6C-ED3C-1F65-0E8DBDF25331}"/>
          </ac:spMkLst>
        </pc:spChg>
        <pc:grpChg chg="mod">
          <ac:chgData name="박 창규" userId="fef3e9c2-3755-4c94-893d-f890b45660c5" providerId="ADAL" clId="{35C9DAEA-1B02-41B6-84D7-160CEEF4B2E7}" dt="2026-03-05T01:35:02.961" v="748"/>
          <ac:grpSpMkLst>
            <pc:docMk/>
            <pc:sldMk cId="3905940527" sldId="2147480399"/>
            <ac:grpSpMk id="64" creationId="{4F51FD37-7B3E-A72F-801D-2F4F93D4A28C}"/>
          </ac:grpSpMkLst>
        </pc:grpChg>
        <pc:grpChg chg="mod">
          <ac:chgData name="박 창규" userId="fef3e9c2-3755-4c94-893d-f890b45660c5" providerId="ADAL" clId="{35C9DAEA-1B02-41B6-84D7-160CEEF4B2E7}" dt="2026-03-05T01:37:57.739" v="937" actId="1076"/>
          <ac:grpSpMkLst>
            <pc:docMk/>
            <pc:sldMk cId="3905940527" sldId="2147480399"/>
            <ac:grpSpMk id="132" creationId="{C25C0854-5D08-36D2-EAF9-CACA7A3D77D8}"/>
          </ac:grpSpMkLst>
        </pc:grpChg>
      </pc:sldChg>
      <pc:sldChg chg="modSp mod">
        <pc:chgData name="박 창규" userId="fef3e9c2-3755-4c94-893d-f890b45660c5" providerId="ADAL" clId="{35C9DAEA-1B02-41B6-84D7-160CEEF4B2E7}" dt="2026-03-05T04:14:54.186" v="3632" actId="20577"/>
        <pc:sldMkLst>
          <pc:docMk/>
          <pc:sldMk cId="2085438854" sldId="2147480435"/>
        </pc:sldMkLst>
        <pc:spChg chg="mod">
          <ac:chgData name="박 창규" userId="fef3e9c2-3755-4c94-893d-f890b45660c5" providerId="ADAL" clId="{35C9DAEA-1B02-41B6-84D7-160CEEF4B2E7}" dt="2026-03-05T04:14:54.186" v="3632" actId="20577"/>
          <ac:spMkLst>
            <pc:docMk/>
            <pc:sldMk cId="2085438854" sldId="2147480435"/>
            <ac:spMk id="3" creationId="{E023650B-5C0A-2E20-7802-62A238200F8F}"/>
          </ac:spMkLst>
        </pc:spChg>
      </pc:sldChg>
      <pc:sldChg chg="addSp delSp modSp mod">
        <pc:chgData name="박 창규" userId="fef3e9c2-3755-4c94-893d-f890b45660c5" providerId="ADAL" clId="{35C9DAEA-1B02-41B6-84D7-160CEEF4B2E7}" dt="2026-03-05T04:23:28.959" v="4194" actId="6549"/>
        <pc:sldMkLst>
          <pc:docMk/>
          <pc:sldMk cId="771492311" sldId="2147480438"/>
        </pc:sldMkLst>
        <pc:spChg chg="mod">
          <ac:chgData name="박 창규" userId="fef3e9c2-3755-4c94-893d-f890b45660c5" providerId="ADAL" clId="{35C9DAEA-1B02-41B6-84D7-160CEEF4B2E7}" dt="2026-03-05T04:14:14.684" v="3630" actId="947"/>
          <ac:spMkLst>
            <pc:docMk/>
            <pc:sldMk cId="771492311" sldId="2147480438"/>
            <ac:spMk id="2" creationId="{A6824C4C-D5E9-1C56-8982-6D311EC4BA8F}"/>
          </ac:spMkLst>
        </pc:spChg>
        <pc:spChg chg="mod">
          <ac:chgData name="박 창규" userId="fef3e9c2-3755-4c94-893d-f890b45660c5" providerId="ADAL" clId="{35C9DAEA-1B02-41B6-84D7-160CEEF4B2E7}" dt="2026-03-05T04:23:28.959" v="4194" actId="6549"/>
          <ac:spMkLst>
            <pc:docMk/>
            <pc:sldMk cId="771492311" sldId="2147480438"/>
            <ac:spMk id="3" creationId="{C98B0C26-1B71-EDCD-6637-5CCC545FBED2}"/>
          </ac:spMkLst>
        </pc:spChg>
        <pc:spChg chg="mod">
          <ac:chgData name="박 창규" userId="fef3e9c2-3755-4c94-893d-f890b45660c5" providerId="ADAL" clId="{35C9DAEA-1B02-41B6-84D7-160CEEF4B2E7}" dt="2026-03-05T04:17:00.003" v="3684"/>
          <ac:spMkLst>
            <pc:docMk/>
            <pc:sldMk cId="771492311" sldId="2147480438"/>
            <ac:spMk id="18" creationId="{FCC23342-E76E-2082-5D4B-AAAB6E2DA570}"/>
          </ac:spMkLst>
        </pc:spChg>
        <pc:spChg chg="add del mod">
          <ac:chgData name="박 창규" userId="fef3e9c2-3755-4c94-893d-f890b45660c5" providerId="ADAL" clId="{35C9DAEA-1B02-41B6-84D7-160CEEF4B2E7}" dt="2026-03-05T04:14:01.232" v="3617" actId="478"/>
          <ac:spMkLst>
            <pc:docMk/>
            <pc:sldMk cId="771492311" sldId="2147480438"/>
            <ac:spMk id="26" creationId="{82AF560F-3DF8-1380-13FE-885189C3833D}"/>
          </ac:spMkLst>
        </pc:spChg>
      </pc:sldChg>
      <pc:sldChg chg="addSp delSp modSp mod">
        <pc:chgData name="박 창규" userId="fef3e9c2-3755-4c94-893d-f890b45660c5" providerId="ADAL" clId="{35C9DAEA-1B02-41B6-84D7-160CEEF4B2E7}" dt="2026-03-05T04:26:27.426" v="4207" actId="20577"/>
        <pc:sldMkLst>
          <pc:docMk/>
          <pc:sldMk cId="1863856863" sldId="2147480439"/>
        </pc:sldMkLst>
        <pc:spChg chg="add del mod">
          <ac:chgData name="박 창규" userId="fef3e9c2-3755-4c94-893d-f890b45660c5" providerId="ADAL" clId="{35C9DAEA-1B02-41B6-84D7-160CEEF4B2E7}" dt="2026-03-05T04:11:28.365" v="3466" actId="478"/>
          <ac:spMkLst>
            <pc:docMk/>
            <pc:sldMk cId="1863856863" sldId="2147480439"/>
            <ac:spMk id="6" creationId="{B24BD48B-D5CB-3FE6-D3E4-F544B84D89EE}"/>
          </ac:spMkLst>
        </pc:spChg>
        <pc:spChg chg="mod">
          <ac:chgData name="박 창규" userId="fef3e9c2-3755-4c94-893d-f890b45660c5" providerId="ADAL" clId="{35C9DAEA-1B02-41B6-84D7-160CEEF4B2E7}" dt="2026-03-04T08:09:16.020" v="476" actId="1076"/>
          <ac:spMkLst>
            <pc:docMk/>
            <pc:sldMk cId="1863856863" sldId="2147480439"/>
            <ac:spMk id="10" creationId="{8F9AAF0D-2F7C-D462-7624-BA6A9C808CC1}"/>
          </ac:spMkLst>
        </pc:spChg>
        <pc:spChg chg="mod">
          <ac:chgData name="박 창규" userId="fef3e9c2-3755-4c94-893d-f890b45660c5" providerId="ADAL" clId="{35C9DAEA-1B02-41B6-84D7-160CEEF4B2E7}" dt="2026-03-05T04:12:21.417" v="3510"/>
          <ac:spMkLst>
            <pc:docMk/>
            <pc:sldMk cId="1863856863" sldId="2147480439"/>
            <ac:spMk id="33" creationId="{964278F5-515B-E6BF-E050-85F22689DE0C}"/>
          </ac:spMkLst>
        </pc:spChg>
        <pc:spChg chg="mod">
          <ac:chgData name="박 창규" userId="fef3e9c2-3755-4c94-893d-f890b45660c5" providerId="ADAL" clId="{35C9DAEA-1B02-41B6-84D7-160CEEF4B2E7}" dt="2026-03-05T04:26:27.426" v="4207" actId="20577"/>
          <ac:spMkLst>
            <pc:docMk/>
            <pc:sldMk cId="1863856863" sldId="2147480439"/>
            <ac:spMk id="95" creationId="{085DDAC1-7569-DFA2-06D5-74A049EC2BFB}"/>
          </ac:spMkLst>
        </pc:spChg>
        <pc:picChg chg="add del mod modCrop">
          <ac:chgData name="박 창규" userId="fef3e9c2-3755-4c94-893d-f890b45660c5" providerId="ADAL" clId="{35C9DAEA-1B02-41B6-84D7-160CEEF4B2E7}" dt="2026-03-05T01:53:40.068" v="1959" actId="478"/>
          <ac:picMkLst>
            <pc:docMk/>
            <pc:sldMk cId="1863856863" sldId="2147480439"/>
            <ac:picMk id="5" creationId="{B1611CD2-04EC-3B80-A611-1775274B8EFA}"/>
          </ac:picMkLst>
        </pc:picChg>
      </pc:sldChg>
      <pc:sldChg chg="addSp delSp modSp mod">
        <pc:chgData name="박 창규" userId="fef3e9c2-3755-4c94-893d-f890b45660c5" providerId="ADAL" clId="{35C9DAEA-1B02-41B6-84D7-160CEEF4B2E7}" dt="2026-03-05T04:28:09.130" v="4228" actId="12789"/>
        <pc:sldMkLst>
          <pc:docMk/>
          <pc:sldMk cId="1334006330" sldId="2147480442"/>
        </pc:sldMkLst>
        <pc:spChg chg="mod">
          <ac:chgData name="박 창규" userId="fef3e9c2-3755-4c94-893d-f890b45660c5" providerId="ADAL" clId="{35C9DAEA-1B02-41B6-84D7-160CEEF4B2E7}" dt="2026-03-04T08:08:29.994" v="467" actId="20577"/>
          <ac:spMkLst>
            <pc:docMk/>
            <pc:sldMk cId="1334006330" sldId="2147480442"/>
            <ac:spMk id="3" creationId="{60917174-55C4-7504-FB78-229C042AC052}"/>
          </ac:spMkLst>
        </pc:spChg>
        <pc:spChg chg="del mod">
          <ac:chgData name="박 창규" userId="fef3e9c2-3755-4c94-893d-f890b45660c5" providerId="ADAL" clId="{35C9DAEA-1B02-41B6-84D7-160CEEF4B2E7}" dt="2026-03-04T08:11:06.988" v="542" actId="478"/>
          <ac:spMkLst>
            <pc:docMk/>
            <pc:sldMk cId="1334006330" sldId="2147480442"/>
            <ac:spMk id="4" creationId="{5E96F7AF-EA3C-B2C9-912C-F76823893F5E}"/>
          </ac:spMkLst>
        </pc:spChg>
        <pc:spChg chg="add mod">
          <ac:chgData name="박 창규" userId="fef3e9c2-3755-4c94-893d-f890b45660c5" providerId="ADAL" clId="{35C9DAEA-1B02-41B6-84D7-160CEEF4B2E7}" dt="2026-03-04T08:11:18.305" v="547" actId="1076"/>
          <ac:spMkLst>
            <pc:docMk/>
            <pc:sldMk cId="1334006330" sldId="2147480442"/>
            <ac:spMk id="5" creationId="{B8084826-D5D3-7D58-09B7-A5EDA7DF2078}"/>
          </ac:spMkLst>
        </pc:spChg>
        <pc:spChg chg="mod">
          <ac:chgData name="박 창규" userId="fef3e9c2-3755-4c94-893d-f890b45660c5" providerId="ADAL" clId="{35C9DAEA-1B02-41B6-84D7-160CEEF4B2E7}" dt="2026-03-05T04:28:09.130" v="4228" actId="12789"/>
          <ac:spMkLst>
            <pc:docMk/>
            <pc:sldMk cId="1334006330" sldId="2147480442"/>
            <ac:spMk id="17" creationId="{CF6C2B65-CAF8-15AF-39D5-676DF58E679F}"/>
          </ac:spMkLst>
        </pc:spChg>
        <pc:spChg chg="mod">
          <ac:chgData name="박 창규" userId="fef3e9c2-3755-4c94-893d-f890b45660c5" providerId="ADAL" clId="{35C9DAEA-1B02-41B6-84D7-160CEEF4B2E7}" dt="2026-03-05T04:26:57.385" v="4222" actId="20577"/>
          <ac:spMkLst>
            <pc:docMk/>
            <pc:sldMk cId="1334006330" sldId="2147480442"/>
            <ac:spMk id="50" creationId="{56B5321D-3A14-4273-9470-C1848E74A2EE}"/>
          </ac:spMkLst>
        </pc:spChg>
        <pc:spChg chg="mod">
          <ac:chgData name="박 창규" userId="fef3e9c2-3755-4c94-893d-f890b45660c5" providerId="ADAL" clId="{35C9DAEA-1B02-41B6-84D7-160CEEF4B2E7}" dt="2026-03-04T08:08:21.239" v="466" actId="6549"/>
          <ac:spMkLst>
            <pc:docMk/>
            <pc:sldMk cId="1334006330" sldId="2147480442"/>
            <ac:spMk id="167" creationId="{19DD9482-9825-3F84-6EE0-AD98D01443E1}"/>
          </ac:spMkLst>
        </pc:spChg>
        <pc:spChg chg="del">
          <ac:chgData name="박 창규" userId="fef3e9c2-3755-4c94-893d-f890b45660c5" providerId="ADAL" clId="{35C9DAEA-1B02-41B6-84D7-160CEEF4B2E7}" dt="2026-03-04T08:11:06.988" v="542" actId="478"/>
          <ac:spMkLst>
            <pc:docMk/>
            <pc:sldMk cId="1334006330" sldId="2147480442"/>
            <ac:spMk id="171" creationId="{418A48CD-0E74-BE40-6A47-FF89BA7C3CFB}"/>
          </ac:spMkLst>
        </pc:spChg>
        <pc:spChg chg="del">
          <ac:chgData name="박 창규" userId="fef3e9c2-3755-4c94-893d-f890b45660c5" providerId="ADAL" clId="{35C9DAEA-1B02-41B6-84D7-160CEEF4B2E7}" dt="2026-03-04T08:11:06.988" v="542" actId="478"/>
          <ac:spMkLst>
            <pc:docMk/>
            <pc:sldMk cId="1334006330" sldId="2147480442"/>
            <ac:spMk id="172" creationId="{893F852A-603E-67A6-E7D2-5773976D9EC1}"/>
          </ac:spMkLst>
        </pc:spChg>
        <pc:spChg chg="del">
          <ac:chgData name="박 창규" userId="fef3e9c2-3755-4c94-893d-f890b45660c5" providerId="ADAL" clId="{35C9DAEA-1B02-41B6-84D7-160CEEF4B2E7}" dt="2026-03-04T08:11:06.988" v="542" actId="478"/>
          <ac:spMkLst>
            <pc:docMk/>
            <pc:sldMk cId="1334006330" sldId="2147480442"/>
            <ac:spMk id="173" creationId="{92B76CB5-7287-691A-734C-4BD0FC2624E7}"/>
          </ac:spMkLst>
        </pc:spChg>
        <pc:spChg chg="del">
          <ac:chgData name="박 창규" userId="fef3e9c2-3755-4c94-893d-f890b45660c5" providerId="ADAL" clId="{35C9DAEA-1B02-41B6-84D7-160CEEF4B2E7}" dt="2026-03-04T08:11:06.988" v="542" actId="478"/>
          <ac:spMkLst>
            <pc:docMk/>
            <pc:sldMk cId="1334006330" sldId="2147480442"/>
            <ac:spMk id="174" creationId="{ED10637D-21C7-D7A7-93B0-A8F6F815ED4B}"/>
          </ac:spMkLst>
        </pc:spChg>
        <pc:spChg chg="del">
          <ac:chgData name="박 창규" userId="fef3e9c2-3755-4c94-893d-f890b45660c5" providerId="ADAL" clId="{35C9DAEA-1B02-41B6-84D7-160CEEF4B2E7}" dt="2026-03-04T08:11:06.988" v="542" actId="478"/>
          <ac:spMkLst>
            <pc:docMk/>
            <pc:sldMk cId="1334006330" sldId="2147480442"/>
            <ac:spMk id="175" creationId="{57F538A0-52E3-CBA8-B396-CC76B5A0B684}"/>
          </ac:spMkLst>
        </pc:spChg>
        <pc:spChg chg="del">
          <ac:chgData name="박 창규" userId="fef3e9c2-3755-4c94-893d-f890b45660c5" providerId="ADAL" clId="{35C9DAEA-1B02-41B6-84D7-160CEEF4B2E7}" dt="2026-03-04T08:11:06.988" v="542" actId="478"/>
          <ac:spMkLst>
            <pc:docMk/>
            <pc:sldMk cId="1334006330" sldId="2147480442"/>
            <ac:spMk id="185" creationId="{BC0A6F38-9D12-186A-3436-064D07028A50}"/>
          </ac:spMkLst>
        </pc:spChg>
        <pc:spChg chg="del">
          <ac:chgData name="박 창규" userId="fef3e9c2-3755-4c94-893d-f890b45660c5" providerId="ADAL" clId="{35C9DAEA-1B02-41B6-84D7-160CEEF4B2E7}" dt="2026-03-04T08:11:06.988" v="542" actId="478"/>
          <ac:spMkLst>
            <pc:docMk/>
            <pc:sldMk cId="1334006330" sldId="2147480442"/>
            <ac:spMk id="186" creationId="{64085800-E2B5-2753-FA71-55ACA2F7FC97}"/>
          </ac:spMkLst>
        </pc:spChg>
        <pc:spChg chg="del">
          <ac:chgData name="박 창규" userId="fef3e9c2-3755-4c94-893d-f890b45660c5" providerId="ADAL" clId="{35C9DAEA-1B02-41B6-84D7-160CEEF4B2E7}" dt="2026-03-04T08:11:06.988" v="542" actId="478"/>
          <ac:spMkLst>
            <pc:docMk/>
            <pc:sldMk cId="1334006330" sldId="2147480442"/>
            <ac:spMk id="195" creationId="{C2DD1CDE-CC44-F15F-4539-4E11B39070EA}"/>
          </ac:spMkLst>
        </pc:spChg>
        <pc:spChg chg="del">
          <ac:chgData name="박 창규" userId="fef3e9c2-3755-4c94-893d-f890b45660c5" providerId="ADAL" clId="{35C9DAEA-1B02-41B6-84D7-160CEEF4B2E7}" dt="2026-03-04T08:11:06.988" v="542" actId="478"/>
          <ac:spMkLst>
            <pc:docMk/>
            <pc:sldMk cId="1334006330" sldId="2147480442"/>
            <ac:spMk id="201" creationId="{E538C30D-E907-2AD5-2A67-2A8072CC7779}"/>
          </ac:spMkLst>
        </pc:spChg>
        <pc:picChg chg="add mod">
          <ac:chgData name="박 창규" userId="fef3e9c2-3755-4c94-893d-f890b45660c5" providerId="ADAL" clId="{35C9DAEA-1B02-41B6-84D7-160CEEF4B2E7}" dt="2026-03-05T04:28:09.130" v="4228" actId="12789"/>
          <ac:picMkLst>
            <pc:docMk/>
            <pc:sldMk cId="1334006330" sldId="2147480442"/>
            <ac:picMk id="4" creationId="{EBFDB26D-2F52-ED0C-9D01-886821F5893E}"/>
          </ac:picMkLst>
        </pc:picChg>
        <pc:picChg chg="del">
          <ac:chgData name="박 창규" userId="fef3e9c2-3755-4c94-893d-f890b45660c5" providerId="ADAL" clId="{35C9DAEA-1B02-41B6-84D7-160CEEF4B2E7}" dt="2026-03-05T04:28:05.127" v="4226" actId="478"/>
          <ac:picMkLst>
            <pc:docMk/>
            <pc:sldMk cId="1334006330" sldId="2147480442"/>
            <ac:picMk id="18" creationId="{9CB998AF-11F9-5F72-DA17-A1DDD40CE00E}"/>
          </ac:picMkLst>
        </pc:picChg>
      </pc:sldChg>
      <pc:sldChg chg="addSp delSp modSp mod">
        <pc:chgData name="박 창규" userId="fef3e9c2-3755-4c94-893d-f890b45660c5" providerId="ADAL" clId="{35C9DAEA-1B02-41B6-84D7-160CEEF4B2E7}" dt="2026-03-05T05:01:14.816" v="5279" actId="20577"/>
        <pc:sldMkLst>
          <pc:docMk/>
          <pc:sldMk cId="2581128068" sldId="2147480443"/>
        </pc:sldMkLst>
        <pc:spChg chg="mod">
          <ac:chgData name="박 창규" userId="fef3e9c2-3755-4c94-893d-f890b45660c5" providerId="ADAL" clId="{35C9DAEA-1B02-41B6-84D7-160CEEF4B2E7}" dt="2026-03-05T05:01:14.816" v="5279" actId="20577"/>
          <ac:spMkLst>
            <pc:docMk/>
            <pc:sldMk cId="2581128068" sldId="2147480443"/>
            <ac:spMk id="3" creationId="{2ED70CD0-CB1F-A188-222C-CE27BD6585B3}"/>
          </ac:spMkLst>
        </pc:spChg>
        <pc:spChg chg="mod">
          <ac:chgData name="박 창규" userId="fef3e9c2-3755-4c94-893d-f890b45660c5" providerId="ADAL" clId="{35C9DAEA-1B02-41B6-84D7-160CEEF4B2E7}" dt="2026-03-04T08:09:40.781" v="483" actId="14100"/>
          <ac:spMkLst>
            <pc:docMk/>
            <pc:sldMk cId="2581128068" sldId="2147480443"/>
            <ac:spMk id="4" creationId="{1429C37D-A181-55EC-1956-5C7FB7C99A74}"/>
          </ac:spMkLst>
        </pc:spChg>
        <pc:spChg chg="del">
          <ac:chgData name="박 창규" userId="fef3e9c2-3755-4c94-893d-f890b45660c5" providerId="ADAL" clId="{35C9DAEA-1B02-41B6-84D7-160CEEF4B2E7}" dt="2026-03-04T08:09:28.794" v="479" actId="478"/>
          <ac:spMkLst>
            <pc:docMk/>
            <pc:sldMk cId="2581128068" sldId="2147480443"/>
            <ac:spMk id="16" creationId="{45A0C857-C364-FB7E-A023-2A0C83A50B65}"/>
          </ac:spMkLst>
        </pc:spChg>
        <pc:spChg chg="mod">
          <ac:chgData name="박 창규" userId="fef3e9c2-3755-4c94-893d-f890b45660c5" providerId="ADAL" clId="{35C9DAEA-1B02-41B6-84D7-160CEEF4B2E7}" dt="2026-03-05T04:29:56.183" v="4241" actId="12789"/>
          <ac:spMkLst>
            <pc:docMk/>
            <pc:sldMk cId="2581128068" sldId="2147480443"/>
            <ac:spMk id="17" creationId="{97225112-F40B-58B7-4FCB-3C3F5E5DB032}"/>
          </ac:spMkLst>
        </pc:spChg>
        <pc:spChg chg="mod">
          <ac:chgData name="박 창규" userId="fef3e9c2-3755-4c94-893d-f890b45660c5" providerId="ADAL" clId="{35C9DAEA-1B02-41B6-84D7-160CEEF4B2E7}" dt="2026-03-05T04:28:54.012" v="4233" actId="1076"/>
          <ac:spMkLst>
            <pc:docMk/>
            <pc:sldMk cId="2581128068" sldId="2147480443"/>
            <ac:spMk id="26" creationId="{CB0F985E-FF7F-3ACF-EBD8-663334584059}"/>
          </ac:spMkLst>
        </pc:spChg>
        <pc:spChg chg="mod">
          <ac:chgData name="박 창규" userId="fef3e9c2-3755-4c94-893d-f890b45660c5" providerId="ADAL" clId="{35C9DAEA-1B02-41B6-84D7-160CEEF4B2E7}" dt="2026-03-05T01:33:01.852" v="595" actId="20577"/>
          <ac:spMkLst>
            <pc:docMk/>
            <pc:sldMk cId="2581128068" sldId="2147480443"/>
            <ac:spMk id="36" creationId="{631B1EA8-FD9F-961C-04F3-A9153FC1DD45}"/>
          </ac:spMkLst>
        </pc:spChg>
        <pc:spChg chg="del">
          <ac:chgData name="박 창규" userId="fef3e9c2-3755-4c94-893d-f890b45660c5" providerId="ADAL" clId="{35C9DAEA-1B02-41B6-84D7-160CEEF4B2E7}" dt="2026-03-04T08:09:28.794" v="479" actId="478"/>
          <ac:spMkLst>
            <pc:docMk/>
            <pc:sldMk cId="2581128068" sldId="2147480443"/>
            <ac:spMk id="55" creationId="{AF58C2FF-3C5A-4650-9AC8-184C8B27C932}"/>
          </ac:spMkLst>
        </pc:spChg>
        <pc:spChg chg="del">
          <ac:chgData name="박 창규" userId="fef3e9c2-3755-4c94-893d-f890b45660c5" providerId="ADAL" clId="{35C9DAEA-1B02-41B6-84D7-160CEEF4B2E7}" dt="2026-03-04T08:09:28.794" v="479" actId="478"/>
          <ac:spMkLst>
            <pc:docMk/>
            <pc:sldMk cId="2581128068" sldId="2147480443"/>
            <ac:spMk id="59" creationId="{E0564388-C385-3E59-0806-02CBC46290B6}"/>
          </ac:spMkLst>
        </pc:spChg>
        <pc:spChg chg="del">
          <ac:chgData name="박 창규" userId="fef3e9c2-3755-4c94-893d-f890b45660c5" providerId="ADAL" clId="{35C9DAEA-1B02-41B6-84D7-160CEEF4B2E7}" dt="2026-03-04T08:09:28.794" v="479" actId="478"/>
          <ac:spMkLst>
            <pc:docMk/>
            <pc:sldMk cId="2581128068" sldId="2147480443"/>
            <ac:spMk id="131" creationId="{67EFCC38-2BFA-74C2-F35F-FCDE00784CEA}"/>
          </ac:spMkLst>
        </pc:spChg>
        <pc:spChg chg="del">
          <ac:chgData name="박 창규" userId="fef3e9c2-3755-4c94-893d-f890b45660c5" providerId="ADAL" clId="{35C9DAEA-1B02-41B6-84D7-160CEEF4B2E7}" dt="2026-03-04T08:09:28.794" v="479" actId="478"/>
          <ac:spMkLst>
            <pc:docMk/>
            <pc:sldMk cId="2581128068" sldId="2147480443"/>
            <ac:spMk id="155" creationId="{16215262-834E-5F2C-0785-108544EA431A}"/>
          </ac:spMkLst>
        </pc:spChg>
        <pc:spChg chg="del">
          <ac:chgData name="박 창규" userId="fef3e9c2-3755-4c94-893d-f890b45660c5" providerId="ADAL" clId="{35C9DAEA-1B02-41B6-84D7-160CEEF4B2E7}" dt="2026-03-04T08:09:28.794" v="479" actId="478"/>
          <ac:spMkLst>
            <pc:docMk/>
            <pc:sldMk cId="2581128068" sldId="2147480443"/>
            <ac:spMk id="158" creationId="{BA305976-D49A-CDD3-AA48-7073D8B0F1BC}"/>
          </ac:spMkLst>
        </pc:spChg>
        <pc:spChg chg="del">
          <ac:chgData name="박 창규" userId="fef3e9c2-3755-4c94-893d-f890b45660c5" providerId="ADAL" clId="{35C9DAEA-1B02-41B6-84D7-160CEEF4B2E7}" dt="2026-03-04T08:09:28.794" v="479" actId="478"/>
          <ac:spMkLst>
            <pc:docMk/>
            <pc:sldMk cId="2581128068" sldId="2147480443"/>
            <ac:spMk id="160" creationId="{3DD8E018-32DA-1922-A6D3-9EF9D8FB3848}"/>
          </ac:spMkLst>
        </pc:spChg>
        <pc:spChg chg="del">
          <ac:chgData name="박 창규" userId="fef3e9c2-3755-4c94-893d-f890b45660c5" providerId="ADAL" clId="{35C9DAEA-1B02-41B6-84D7-160CEEF4B2E7}" dt="2026-03-04T08:09:28.794" v="479" actId="478"/>
          <ac:spMkLst>
            <pc:docMk/>
            <pc:sldMk cId="2581128068" sldId="2147480443"/>
            <ac:spMk id="161" creationId="{3F29B634-5456-8BBB-5CC1-41E5755D4807}"/>
          </ac:spMkLst>
        </pc:spChg>
        <pc:spChg chg="mod">
          <ac:chgData name="박 창규" userId="fef3e9c2-3755-4c94-893d-f890b45660c5" providerId="ADAL" clId="{35C9DAEA-1B02-41B6-84D7-160CEEF4B2E7}" dt="2026-03-04T08:09:36.354" v="482" actId="20577"/>
          <ac:spMkLst>
            <pc:docMk/>
            <pc:sldMk cId="2581128068" sldId="2147480443"/>
            <ac:spMk id="167" creationId="{37E8DB2B-41EB-3C86-8D43-B36719753404}"/>
          </ac:spMkLst>
        </pc:spChg>
        <pc:spChg chg="del">
          <ac:chgData name="박 창규" userId="fef3e9c2-3755-4c94-893d-f890b45660c5" providerId="ADAL" clId="{35C9DAEA-1B02-41B6-84D7-160CEEF4B2E7}" dt="2026-03-04T08:09:28.794" v="479" actId="478"/>
          <ac:spMkLst>
            <pc:docMk/>
            <pc:sldMk cId="2581128068" sldId="2147480443"/>
            <ac:spMk id="171" creationId="{3029E6EA-7670-73F9-6E1E-33F21B08F1EC}"/>
          </ac:spMkLst>
        </pc:spChg>
        <pc:spChg chg="del">
          <ac:chgData name="박 창규" userId="fef3e9c2-3755-4c94-893d-f890b45660c5" providerId="ADAL" clId="{35C9DAEA-1B02-41B6-84D7-160CEEF4B2E7}" dt="2026-03-04T08:09:28.794" v="479" actId="478"/>
          <ac:spMkLst>
            <pc:docMk/>
            <pc:sldMk cId="2581128068" sldId="2147480443"/>
            <ac:spMk id="174" creationId="{5326B013-FE4B-B9F2-73BB-9DCCCDAE96F7}"/>
          </ac:spMkLst>
        </pc:spChg>
        <pc:grpChg chg="del">
          <ac:chgData name="박 창규" userId="fef3e9c2-3755-4c94-893d-f890b45660c5" providerId="ADAL" clId="{35C9DAEA-1B02-41B6-84D7-160CEEF4B2E7}" dt="2026-03-04T08:09:34.080" v="481" actId="478"/>
          <ac:grpSpMkLst>
            <pc:docMk/>
            <pc:sldMk cId="2581128068" sldId="2147480443"/>
            <ac:grpSpMk id="179" creationId="{6F42B4CC-43C9-C372-7676-19C75CD3B518}"/>
          </ac:grpSpMkLst>
        </pc:grpChg>
        <pc:picChg chg="add mod">
          <ac:chgData name="박 창규" userId="fef3e9c2-3755-4c94-893d-f890b45660c5" providerId="ADAL" clId="{35C9DAEA-1B02-41B6-84D7-160CEEF4B2E7}" dt="2026-03-05T04:29:01.922" v="4236" actId="1038"/>
          <ac:picMkLst>
            <pc:docMk/>
            <pc:sldMk cId="2581128068" sldId="2147480443"/>
            <ac:picMk id="4" creationId="{7EF96733-7F3D-0AE8-9200-148BB2DCE2AD}"/>
          </ac:picMkLst>
        </pc:picChg>
        <pc:picChg chg="add mod">
          <ac:chgData name="박 창규" userId="fef3e9c2-3755-4c94-893d-f890b45660c5" providerId="ADAL" clId="{35C9DAEA-1B02-41B6-84D7-160CEEF4B2E7}" dt="2026-03-05T04:29:58.173" v="4243" actId="1038"/>
          <ac:picMkLst>
            <pc:docMk/>
            <pc:sldMk cId="2581128068" sldId="2147480443"/>
            <ac:picMk id="5" creationId="{4608670E-5963-FAF7-14EB-575C425AADAD}"/>
          </ac:picMkLst>
        </pc:picChg>
        <pc:picChg chg="del">
          <ac:chgData name="박 창규" userId="fef3e9c2-3755-4c94-893d-f890b45660c5" providerId="ADAL" clId="{35C9DAEA-1B02-41B6-84D7-160CEEF4B2E7}" dt="2026-03-05T04:29:50.064" v="4237" actId="478"/>
          <ac:picMkLst>
            <pc:docMk/>
            <pc:sldMk cId="2581128068" sldId="2147480443"/>
            <ac:picMk id="18" creationId="{8B305ADD-651D-E89F-A30D-6BA58646D326}"/>
          </ac:picMkLst>
        </pc:picChg>
        <pc:picChg chg="del">
          <ac:chgData name="박 창규" userId="fef3e9c2-3755-4c94-893d-f890b45660c5" providerId="ADAL" clId="{35C9DAEA-1B02-41B6-84D7-160CEEF4B2E7}" dt="2026-03-05T04:28:49.522" v="4229" actId="478"/>
          <ac:picMkLst>
            <pc:docMk/>
            <pc:sldMk cId="2581128068" sldId="2147480443"/>
            <ac:picMk id="60" creationId="{D4C138BC-DA1B-0014-9E9B-C335DFD38CD3}"/>
          </ac:picMkLst>
        </pc:picChg>
      </pc:sldChg>
      <pc:sldChg chg="del">
        <pc:chgData name="박 창규" userId="fef3e9c2-3755-4c94-893d-f890b45660c5" providerId="ADAL" clId="{35C9DAEA-1B02-41B6-84D7-160CEEF4B2E7}" dt="2026-03-04T08:11:13.554" v="545" actId="47"/>
        <pc:sldMkLst>
          <pc:docMk/>
          <pc:sldMk cId="2410027338" sldId="2147480445"/>
        </pc:sldMkLst>
      </pc:sldChg>
      <pc:sldChg chg="addSp delSp modSp mod">
        <pc:chgData name="박 창규" userId="fef3e9c2-3755-4c94-893d-f890b45660c5" providerId="ADAL" clId="{35C9DAEA-1B02-41B6-84D7-160CEEF4B2E7}" dt="2026-03-05T06:33:42.807" v="7959" actId="20577"/>
        <pc:sldMkLst>
          <pc:docMk/>
          <pc:sldMk cId="159799768" sldId="2147480446"/>
        </pc:sldMkLst>
        <pc:spChg chg="mod">
          <ac:chgData name="박 창규" userId="fef3e9c2-3755-4c94-893d-f890b45660c5" providerId="ADAL" clId="{35C9DAEA-1B02-41B6-84D7-160CEEF4B2E7}" dt="2026-03-05T06:33:34.708" v="7945" actId="20577"/>
          <ac:spMkLst>
            <pc:docMk/>
            <pc:sldMk cId="159799768" sldId="2147480446"/>
            <ac:spMk id="2" creationId="{DB8F9C0E-CE03-E77A-94F3-AD238DA1F56F}"/>
          </ac:spMkLst>
        </pc:spChg>
        <pc:spChg chg="mod">
          <ac:chgData name="박 창규" userId="fef3e9c2-3755-4c94-893d-f890b45660c5" providerId="ADAL" clId="{35C9DAEA-1B02-41B6-84D7-160CEEF4B2E7}" dt="2026-03-05T06:33:42.807" v="7959" actId="20577"/>
          <ac:spMkLst>
            <pc:docMk/>
            <pc:sldMk cId="159799768" sldId="2147480446"/>
            <ac:spMk id="3" creationId="{D3D8B31E-F64C-43C4-80C3-37FA20B0CC9A}"/>
          </ac:spMkLst>
        </pc:spChg>
        <pc:spChg chg="mod">
          <ac:chgData name="박 창규" userId="fef3e9c2-3755-4c94-893d-f890b45660c5" providerId="ADAL" clId="{35C9DAEA-1B02-41B6-84D7-160CEEF4B2E7}" dt="2026-03-05T06:32:45.882" v="7920"/>
          <ac:spMkLst>
            <pc:docMk/>
            <pc:sldMk cId="159799768" sldId="2147480446"/>
            <ac:spMk id="10" creationId="{588724FE-3182-FA0C-DD5A-DDDD8E9CABD1}"/>
          </ac:spMkLst>
        </pc:spChg>
        <pc:spChg chg="mod">
          <ac:chgData name="박 창규" userId="fef3e9c2-3755-4c94-893d-f890b45660c5" providerId="ADAL" clId="{35C9DAEA-1B02-41B6-84D7-160CEEF4B2E7}" dt="2026-03-05T06:32:45.882" v="7920"/>
          <ac:spMkLst>
            <pc:docMk/>
            <pc:sldMk cId="159799768" sldId="2147480446"/>
            <ac:spMk id="11" creationId="{90211841-52C5-2BAC-6AF1-FCBC3E3CADC3}"/>
          </ac:spMkLst>
        </pc:spChg>
        <pc:spChg chg="mod">
          <ac:chgData name="박 창규" userId="fef3e9c2-3755-4c94-893d-f890b45660c5" providerId="ADAL" clId="{35C9DAEA-1B02-41B6-84D7-160CEEF4B2E7}" dt="2026-03-05T06:32:45.882" v="7920"/>
          <ac:spMkLst>
            <pc:docMk/>
            <pc:sldMk cId="159799768" sldId="2147480446"/>
            <ac:spMk id="12" creationId="{7B9526CD-6900-BABE-3FE4-4CAB6CA8436A}"/>
          </ac:spMkLst>
        </pc:spChg>
        <pc:spChg chg="del">
          <ac:chgData name="박 창규" userId="fef3e9c2-3755-4c94-893d-f890b45660c5" providerId="ADAL" clId="{35C9DAEA-1B02-41B6-84D7-160CEEF4B2E7}" dt="2026-03-05T06:32:45.723" v="7919" actId="478"/>
          <ac:spMkLst>
            <pc:docMk/>
            <pc:sldMk cId="159799768" sldId="2147480446"/>
            <ac:spMk id="21" creationId="{D9D2970C-A9E5-B7EB-6C1A-673ACA9A8797}"/>
          </ac:spMkLst>
        </pc:spChg>
        <pc:spChg chg="del">
          <ac:chgData name="박 창규" userId="fef3e9c2-3755-4c94-893d-f890b45660c5" providerId="ADAL" clId="{35C9DAEA-1B02-41B6-84D7-160CEEF4B2E7}" dt="2026-03-05T06:32:45.723" v="7919" actId="478"/>
          <ac:spMkLst>
            <pc:docMk/>
            <pc:sldMk cId="159799768" sldId="2147480446"/>
            <ac:spMk id="22" creationId="{29036094-679B-68B3-6013-683732368661}"/>
          </ac:spMkLst>
        </pc:spChg>
        <pc:spChg chg="mod">
          <ac:chgData name="박 창규" userId="fef3e9c2-3755-4c94-893d-f890b45660c5" providerId="ADAL" clId="{35C9DAEA-1B02-41B6-84D7-160CEEF4B2E7}" dt="2026-03-05T06:32:45.882" v="7920"/>
          <ac:spMkLst>
            <pc:docMk/>
            <pc:sldMk cId="159799768" sldId="2147480446"/>
            <ac:spMk id="23" creationId="{AA0583C9-E4EA-5EFC-629A-9D4A66076FAC}"/>
          </ac:spMkLst>
        </pc:spChg>
        <pc:spChg chg="add mod">
          <ac:chgData name="박 창규" userId="fef3e9c2-3755-4c94-893d-f890b45660c5" providerId="ADAL" clId="{35C9DAEA-1B02-41B6-84D7-160CEEF4B2E7}" dt="2026-03-05T06:32:45.882" v="7920"/>
          <ac:spMkLst>
            <pc:docMk/>
            <pc:sldMk cId="159799768" sldId="2147480446"/>
            <ac:spMk id="25" creationId="{055914B0-E21E-19EE-7DAF-C0F9F559E85D}"/>
          </ac:spMkLst>
        </pc:spChg>
        <pc:spChg chg="mod">
          <ac:chgData name="박 창규" userId="fef3e9c2-3755-4c94-893d-f890b45660c5" providerId="ADAL" clId="{35C9DAEA-1B02-41B6-84D7-160CEEF4B2E7}" dt="2026-03-05T06:32:45.882" v="7920"/>
          <ac:spMkLst>
            <pc:docMk/>
            <pc:sldMk cId="159799768" sldId="2147480446"/>
            <ac:spMk id="27" creationId="{D5A6C3AB-5F08-9003-BB02-C4B4675CFDB2}"/>
          </ac:spMkLst>
        </pc:spChg>
        <pc:spChg chg="mod">
          <ac:chgData name="박 창규" userId="fef3e9c2-3755-4c94-893d-f890b45660c5" providerId="ADAL" clId="{35C9DAEA-1B02-41B6-84D7-160CEEF4B2E7}" dt="2026-03-05T06:33:37.033" v="7947" actId="20577"/>
          <ac:spMkLst>
            <pc:docMk/>
            <pc:sldMk cId="159799768" sldId="2147480446"/>
            <ac:spMk id="31" creationId="{89B6E63E-664C-DCCA-6927-2D6F9ED7941F}"/>
          </ac:spMkLst>
        </pc:spChg>
        <pc:spChg chg="mod">
          <ac:chgData name="박 창규" userId="fef3e9c2-3755-4c94-893d-f890b45660c5" providerId="ADAL" clId="{35C9DAEA-1B02-41B6-84D7-160CEEF4B2E7}" dt="2026-03-05T06:32:45.882" v="7920"/>
          <ac:spMkLst>
            <pc:docMk/>
            <pc:sldMk cId="159799768" sldId="2147480446"/>
            <ac:spMk id="39" creationId="{543AD90E-A1A9-CC7B-39F3-D7387B09EB0D}"/>
          </ac:spMkLst>
        </pc:spChg>
        <pc:spChg chg="add mod">
          <ac:chgData name="박 창규" userId="fef3e9c2-3755-4c94-893d-f890b45660c5" providerId="ADAL" clId="{35C9DAEA-1B02-41B6-84D7-160CEEF4B2E7}" dt="2026-03-05T06:32:45.882" v="7920"/>
          <ac:spMkLst>
            <pc:docMk/>
            <pc:sldMk cId="159799768" sldId="2147480446"/>
            <ac:spMk id="44" creationId="{D951F077-15C3-D4AB-966A-3F932960EBD8}"/>
          </ac:spMkLst>
        </pc:spChg>
        <pc:spChg chg="add mod">
          <ac:chgData name="박 창규" userId="fef3e9c2-3755-4c94-893d-f890b45660c5" providerId="ADAL" clId="{35C9DAEA-1B02-41B6-84D7-160CEEF4B2E7}" dt="2026-03-05T06:32:45.882" v="7920"/>
          <ac:spMkLst>
            <pc:docMk/>
            <pc:sldMk cId="159799768" sldId="2147480446"/>
            <ac:spMk id="45" creationId="{A340E43B-B4EF-3BD0-80C0-F69A719B3F4B}"/>
          </ac:spMkLst>
        </pc:spChg>
        <pc:spChg chg="add mod">
          <ac:chgData name="박 창규" userId="fef3e9c2-3755-4c94-893d-f890b45660c5" providerId="ADAL" clId="{35C9DAEA-1B02-41B6-84D7-160CEEF4B2E7}" dt="2026-03-05T06:32:45.882" v="7920"/>
          <ac:spMkLst>
            <pc:docMk/>
            <pc:sldMk cId="159799768" sldId="2147480446"/>
            <ac:spMk id="52" creationId="{2CDD770B-889B-83EA-F3DC-963BCB17ADCC}"/>
          </ac:spMkLst>
        </pc:spChg>
        <pc:spChg chg="del">
          <ac:chgData name="박 창규" userId="fef3e9c2-3755-4c94-893d-f890b45660c5" providerId="ADAL" clId="{35C9DAEA-1B02-41B6-84D7-160CEEF4B2E7}" dt="2026-03-05T06:32:45.723" v="7919" actId="478"/>
          <ac:spMkLst>
            <pc:docMk/>
            <pc:sldMk cId="159799768" sldId="2147480446"/>
            <ac:spMk id="64" creationId="{13E1C643-3C79-BFBE-7474-453D86DC70A8}"/>
          </ac:spMkLst>
        </pc:spChg>
        <pc:spChg chg="del">
          <ac:chgData name="박 창규" userId="fef3e9c2-3755-4c94-893d-f890b45660c5" providerId="ADAL" clId="{35C9DAEA-1B02-41B6-84D7-160CEEF4B2E7}" dt="2026-03-05T06:32:45.723" v="7919" actId="478"/>
          <ac:spMkLst>
            <pc:docMk/>
            <pc:sldMk cId="159799768" sldId="2147480446"/>
            <ac:spMk id="65" creationId="{0B6EE51D-6B86-A450-133A-604084656DAB}"/>
          </ac:spMkLst>
        </pc:spChg>
        <pc:spChg chg="del">
          <ac:chgData name="박 창규" userId="fef3e9c2-3755-4c94-893d-f890b45660c5" providerId="ADAL" clId="{35C9DAEA-1B02-41B6-84D7-160CEEF4B2E7}" dt="2026-03-05T06:32:45.723" v="7919" actId="478"/>
          <ac:spMkLst>
            <pc:docMk/>
            <pc:sldMk cId="159799768" sldId="2147480446"/>
            <ac:spMk id="66" creationId="{09332DAA-3E9C-B39B-CFAF-ECE77ADDD611}"/>
          </ac:spMkLst>
        </pc:spChg>
        <pc:spChg chg="del mod">
          <ac:chgData name="박 창규" userId="fef3e9c2-3755-4c94-893d-f890b45660c5" providerId="ADAL" clId="{35C9DAEA-1B02-41B6-84D7-160CEEF4B2E7}" dt="2026-03-05T06:32:45.723" v="7919" actId="478"/>
          <ac:spMkLst>
            <pc:docMk/>
            <pc:sldMk cId="159799768" sldId="2147480446"/>
            <ac:spMk id="93" creationId="{BB6E1A0A-EE69-BDB6-22D3-C531E4141F6F}"/>
          </ac:spMkLst>
        </pc:spChg>
        <pc:spChg chg="mod">
          <ac:chgData name="박 창규" userId="fef3e9c2-3755-4c94-893d-f890b45660c5" providerId="ADAL" clId="{35C9DAEA-1B02-41B6-84D7-160CEEF4B2E7}" dt="2026-03-04T08:05:41.147" v="317" actId="20577"/>
          <ac:spMkLst>
            <pc:docMk/>
            <pc:sldMk cId="159799768" sldId="2147480446"/>
            <ac:spMk id="94" creationId="{AB14B052-13C0-AEFE-D1FF-0031EFB10A13}"/>
          </ac:spMkLst>
        </pc:spChg>
        <pc:spChg chg="del">
          <ac:chgData name="박 창규" userId="fef3e9c2-3755-4c94-893d-f890b45660c5" providerId="ADAL" clId="{35C9DAEA-1B02-41B6-84D7-160CEEF4B2E7}" dt="2026-03-05T06:32:45.723" v="7919" actId="478"/>
          <ac:spMkLst>
            <pc:docMk/>
            <pc:sldMk cId="159799768" sldId="2147480446"/>
            <ac:spMk id="95" creationId="{1E51D077-1D47-BA32-61D7-D7996E20B3EE}"/>
          </ac:spMkLst>
        </pc:spChg>
        <pc:spChg chg="del mod">
          <ac:chgData name="박 창규" userId="fef3e9c2-3755-4c94-893d-f890b45660c5" providerId="ADAL" clId="{35C9DAEA-1B02-41B6-84D7-160CEEF4B2E7}" dt="2026-03-05T06:32:45.723" v="7919" actId="478"/>
          <ac:spMkLst>
            <pc:docMk/>
            <pc:sldMk cId="159799768" sldId="2147480446"/>
            <ac:spMk id="96" creationId="{066FD18F-34B8-E3B5-A102-3C73D9B2B490}"/>
          </ac:spMkLst>
        </pc:spChg>
        <pc:spChg chg="del">
          <ac:chgData name="박 창규" userId="fef3e9c2-3755-4c94-893d-f890b45660c5" providerId="ADAL" clId="{35C9DAEA-1B02-41B6-84D7-160CEEF4B2E7}" dt="2026-03-05T06:32:45.723" v="7919" actId="478"/>
          <ac:spMkLst>
            <pc:docMk/>
            <pc:sldMk cId="159799768" sldId="2147480446"/>
            <ac:spMk id="97" creationId="{E94B41C2-327A-25C1-0285-47486FCC34B6}"/>
          </ac:spMkLst>
        </pc:spChg>
        <pc:spChg chg="del">
          <ac:chgData name="박 창규" userId="fef3e9c2-3755-4c94-893d-f890b45660c5" providerId="ADAL" clId="{35C9DAEA-1B02-41B6-84D7-160CEEF4B2E7}" dt="2026-03-05T06:32:45.723" v="7919" actId="478"/>
          <ac:spMkLst>
            <pc:docMk/>
            <pc:sldMk cId="159799768" sldId="2147480446"/>
            <ac:spMk id="99" creationId="{6DA38C83-E3B8-1D8F-7F39-0C266B730E3E}"/>
          </ac:spMkLst>
        </pc:spChg>
        <pc:grpChg chg="del">
          <ac:chgData name="박 창규" userId="fef3e9c2-3755-4c94-893d-f890b45660c5" providerId="ADAL" clId="{35C9DAEA-1B02-41B6-84D7-160CEEF4B2E7}" dt="2026-03-05T06:32:49.349" v="7921" actId="478"/>
          <ac:grpSpMkLst>
            <pc:docMk/>
            <pc:sldMk cId="159799768" sldId="2147480446"/>
            <ac:grpSpMk id="55" creationId="{3FE22DCE-F46E-2612-0098-76E9ECE54783}"/>
          </ac:grpSpMkLst>
        </pc:grpChg>
        <pc:grpChg chg="del">
          <ac:chgData name="박 창규" userId="fef3e9c2-3755-4c94-893d-f890b45660c5" providerId="ADAL" clId="{35C9DAEA-1B02-41B6-84D7-160CEEF4B2E7}" dt="2026-03-05T06:32:49.349" v="7921" actId="478"/>
          <ac:grpSpMkLst>
            <pc:docMk/>
            <pc:sldMk cId="159799768" sldId="2147480446"/>
            <ac:grpSpMk id="68" creationId="{97D45CCC-231A-8FDC-09A1-B763F7E4FFE1}"/>
          </ac:grpSpMkLst>
        </pc:grpChg>
        <pc:picChg chg="del">
          <ac:chgData name="박 창규" userId="fef3e9c2-3755-4c94-893d-f890b45660c5" providerId="ADAL" clId="{35C9DAEA-1B02-41B6-84D7-160CEEF4B2E7}" dt="2026-03-05T06:32:49.349" v="7921" actId="478"/>
          <ac:picMkLst>
            <pc:docMk/>
            <pc:sldMk cId="159799768" sldId="2147480446"/>
            <ac:picMk id="54" creationId="{A64A8CBA-DB83-42F5-CCE2-C7D6E7290777}"/>
          </ac:picMkLst>
        </pc:picChg>
        <pc:picChg chg="add mod">
          <ac:chgData name="박 창규" userId="fef3e9c2-3755-4c94-893d-f890b45660c5" providerId="ADAL" clId="{35C9DAEA-1B02-41B6-84D7-160CEEF4B2E7}" dt="2026-03-05T06:32:57.688" v="7924" actId="1076"/>
          <ac:picMkLst>
            <pc:docMk/>
            <pc:sldMk cId="159799768" sldId="2147480446"/>
            <ac:picMk id="90" creationId="{BDAFCF57-0A6C-A687-DF32-DA5F89A506FF}"/>
          </ac:picMkLst>
        </pc:picChg>
        <pc:picChg chg="add mod">
          <ac:chgData name="박 창규" userId="fef3e9c2-3755-4c94-893d-f890b45660c5" providerId="ADAL" clId="{35C9DAEA-1B02-41B6-84D7-160CEEF4B2E7}" dt="2026-03-05T06:33:00.712" v="7926" actId="1076"/>
          <ac:picMkLst>
            <pc:docMk/>
            <pc:sldMk cId="159799768" sldId="2147480446"/>
            <ac:picMk id="91" creationId="{93E334B7-D193-9108-1D7F-0C73A9B64712}"/>
          </ac:picMkLst>
        </pc:picChg>
        <pc:picChg chg="add mod">
          <ac:chgData name="박 창규" userId="fef3e9c2-3755-4c94-893d-f890b45660c5" providerId="ADAL" clId="{35C9DAEA-1B02-41B6-84D7-160CEEF4B2E7}" dt="2026-03-05T06:33:03.374" v="7928" actId="1076"/>
          <ac:picMkLst>
            <pc:docMk/>
            <pc:sldMk cId="159799768" sldId="2147480446"/>
            <ac:picMk id="92" creationId="{E3832479-9BA8-9AFA-F3E6-952A568CB5A3}"/>
          </ac:picMkLst>
        </pc:picChg>
        <pc:picChg chg="add mod">
          <ac:chgData name="박 창규" userId="fef3e9c2-3755-4c94-893d-f890b45660c5" providerId="ADAL" clId="{35C9DAEA-1B02-41B6-84D7-160CEEF4B2E7}" dt="2026-03-05T06:33:06.487" v="7930" actId="1076"/>
          <ac:picMkLst>
            <pc:docMk/>
            <pc:sldMk cId="159799768" sldId="2147480446"/>
            <ac:picMk id="107" creationId="{EA268865-CFF5-20F5-05EA-05969B9431FF}"/>
          </ac:picMkLst>
        </pc:picChg>
      </pc:sldChg>
      <pc:sldChg chg="add mod modShow">
        <pc:chgData name="박 창규" userId="fef3e9c2-3755-4c94-893d-f890b45660c5" providerId="ADAL" clId="{35C9DAEA-1B02-41B6-84D7-160CEEF4B2E7}" dt="2026-03-04T08:08:12.851" v="464" actId="729"/>
        <pc:sldMkLst>
          <pc:docMk/>
          <pc:sldMk cId="1868813934" sldId="2147480447"/>
        </pc:sldMkLst>
      </pc:sldChg>
      <pc:sldChg chg="modSp add mod modShow">
        <pc:chgData name="박 창규" userId="fef3e9c2-3755-4c94-893d-f890b45660c5" providerId="ADAL" clId="{35C9DAEA-1B02-41B6-84D7-160CEEF4B2E7}" dt="2026-03-04T08:09:24.583" v="478" actId="729"/>
        <pc:sldMkLst>
          <pc:docMk/>
          <pc:sldMk cId="2520927806" sldId="2147480448"/>
        </pc:sldMkLst>
        <pc:spChg chg="mod">
          <ac:chgData name="박 창규" userId="fef3e9c2-3755-4c94-893d-f890b45660c5" providerId="ADAL" clId="{35C9DAEA-1B02-41B6-84D7-160CEEF4B2E7}" dt="2026-03-04T08:08:43.206" v="472" actId="20577"/>
          <ac:spMkLst>
            <pc:docMk/>
            <pc:sldMk cId="2520927806" sldId="2147480448"/>
            <ac:spMk id="3" creationId="{06215E4C-50D3-20B3-908E-33343A76E971}"/>
          </ac:spMkLst>
        </pc:spChg>
        <pc:spChg chg="mod">
          <ac:chgData name="박 창규" userId="fef3e9c2-3755-4c94-893d-f890b45660c5" providerId="ADAL" clId="{35C9DAEA-1B02-41B6-84D7-160CEEF4B2E7}" dt="2026-03-04T08:08:41.294" v="471" actId="1076"/>
          <ac:spMkLst>
            <pc:docMk/>
            <pc:sldMk cId="2520927806" sldId="2147480448"/>
            <ac:spMk id="4" creationId="{1BCCD6A2-A005-BDCF-F634-0365FF5D6C3D}"/>
          </ac:spMkLst>
        </pc:spChg>
        <pc:spChg chg="mod">
          <ac:chgData name="박 창규" userId="fef3e9c2-3755-4c94-893d-f890b45660c5" providerId="ADAL" clId="{35C9DAEA-1B02-41B6-84D7-160CEEF4B2E7}" dt="2026-03-04T08:08:45.357" v="473" actId="20577"/>
          <ac:spMkLst>
            <pc:docMk/>
            <pc:sldMk cId="2520927806" sldId="2147480448"/>
            <ac:spMk id="167" creationId="{DB3FFFCA-22D6-CA91-B915-0FDCE4ADA5A4}"/>
          </ac:spMkLst>
        </pc:spChg>
      </pc:sldChg>
      <pc:sldChg chg="add mod modShow">
        <pc:chgData name="박 창규" userId="fef3e9c2-3755-4c94-893d-f890b45660c5" providerId="ADAL" clId="{35C9DAEA-1B02-41B6-84D7-160CEEF4B2E7}" dt="2026-03-04T08:09:19.466" v="477" actId="729"/>
        <pc:sldMkLst>
          <pc:docMk/>
          <pc:sldMk cId="7993466" sldId="2147480449"/>
        </pc:sldMkLst>
      </pc:sldChg>
      <pc:sldChg chg="addSp delSp modSp mod">
        <pc:chgData name="박 창규" userId="fef3e9c2-3755-4c94-893d-f890b45660c5" providerId="ADAL" clId="{35C9DAEA-1B02-41B6-84D7-160CEEF4B2E7}" dt="2026-03-05T03:56:49.147" v="2853" actId="1035"/>
        <pc:sldMkLst>
          <pc:docMk/>
          <pc:sldMk cId="1459012983" sldId="2147480450"/>
        </pc:sldMkLst>
        <pc:spChg chg="mod">
          <ac:chgData name="박 창규" userId="fef3e9c2-3755-4c94-893d-f890b45660c5" providerId="ADAL" clId="{35C9DAEA-1B02-41B6-84D7-160CEEF4B2E7}" dt="2026-03-05T02:32:15.677" v="2775" actId="20577"/>
          <ac:spMkLst>
            <pc:docMk/>
            <pc:sldMk cId="1459012983" sldId="2147480450"/>
            <ac:spMk id="2" creationId="{448BC7FC-2A1A-93B9-DCF7-12D6FEB3D041}"/>
          </ac:spMkLst>
        </pc:spChg>
        <pc:graphicFrameChg chg="add mod modGraphic">
          <ac:chgData name="박 창규" userId="fef3e9c2-3755-4c94-893d-f890b45660c5" providerId="ADAL" clId="{35C9DAEA-1B02-41B6-84D7-160CEEF4B2E7}" dt="2026-03-05T03:56:49.147" v="2853" actId="1035"/>
          <ac:graphicFrameMkLst>
            <pc:docMk/>
            <pc:sldMk cId="1459012983" sldId="2147480450"/>
            <ac:graphicFrameMk id="4" creationId="{869EC0D0-394B-C262-A093-983AEC430900}"/>
          </ac:graphicFrameMkLst>
        </pc:graphicFrameChg>
        <pc:picChg chg="del">
          <ac:chgData name="박 창규" userId="fef3e9c2-3755-4c94-893d-f890b45660c5" providerId="ADAL" clId="{35C9DAEA-1B02-41B6-84D7-160CEEF4B2E7}" dt="2026-03-05T02:12:09.981" v="1963" actId="478"/>
          <ac:picMkLst>
            <pc:docMk/>
            <pc:sldMk cId="1459012983" sldId="2147480450"/>
            <ac:picMk id="6" creationId="{C38F2690-A216-D09B-9B6A-4237D316ED61}"/>
          </ac:picMkLst>
        </pc:picChg>
      </pc:sldChg>
      <pc:sldChg chg="addSp delSp modSp new mod">
        <pc:chgData name="박 창규" userId="fef3e9c2-3755-4c94-893d-f890b45660c5" providerId="ADAL" clId="{35C9DAEA-1B02-41B6-84D7-160CEEF4B2E7}" dt="2026-03-05T04:52:51.552" v="5238" actId="113"/>
        <pc:sldMkLst>
          <pc:docMk/>
          <pc:sldMk cId="1571507886" sldId="2147480451"/>
        </pc:sldMkLst>
        <pc:spChg chg="mod">
          <ac:chgData name="박 창규" userId="fef3e9c2-3755-4c94-893d-f890b45660c5" providerId="ADAL" clId="{35C9DAEA-1B02-41B6-84D7-160CEEF4B2E7}" dt="2026-03-05T04:35:10.046" v="4294" actId="20577"/>
          <ac:spMkLst>
            <pc:docMk/>
            <pc:sldMk cId="1571507886" sldId="2147480451"/>
            <ac:spMk id="2" creationId="{1CBB8F27-62B3-B0F9-527E-0D6F637DB156}"/>
          </ac:spMkLst>
        </pc:spChg>
        <pc:spChg chg="mod">
          <ac:chgData name="박 창규" userId="fef3e9c2-3755-4c94-893d-f890b45660c5" providerId="ADAL" clId="{35C9DAEA-1B02-41B6-84D7-160CEEF4B2E7}" dt="2026-03-05T04:42:22.008" v="4469" actId="6549"/>
          <ac:spMkLst>
            <pc:docMk/>
            <pc:sldMk cId="1571507886" sldId="2147480451"/>
            <ac:spMk id="3" creationId="{62AECF83-CAE3-5705-79D2-AA175E5ACB00}"/>
          </ac:spMkLst>
        </pc:spChg>
        <pc:spChg chg="mod">
          <ac:chgData name="박 창규" userId="fef3e9c2-3755-4c94-893d-f890b45660c5" providerId="ADAL" clId="{35C9DAEA-1B02-41B6-84D7-160CEEF4B2E7}" dt="2026-03-05T04:34:35.730" v="4245"/>
          <ac:spMkLst>
            <pc:docMk/>
            <pc:sldMk cId="1571507886" sldId="2147480451"/>
            <ac:spMk id="5" creationId="{20EE1E9D-268D-407B-B542-EDC8BB381E78}"/>
          </ac:spMkLst>
        </pc:spChg>
        <pc:spChg chg="add mod">
          <ac:chgData name="박 창규" userId="fef3e9c2-3755-4c94-893d-f890b45660c5" providerId="ADAL" clId="{35C9DAEA-1B02-41B6-84D7-160CEEF4B2E7}" dt="2026-03-05T04:40:45.248" v="4415" actId="164"/>
          <ac:spMkLst>
            <pc:docMk/>
            <pc:sldMk cId="1571507886" sldId="2147480451"/>
            <ac:spMk id="7" creationId="{C2A1FA7E-7F22-460E-36E1-F98CDBF07699}"/>
          </ac:spMkLst>
        </pc:spChg>
        <pc:spChg chg="mod">
          <ac:chgData name="박 창규" userId="fef3e9c2-3755-4c94-893d-f890b45660c5" providerId="ADAL" clId="{35C9DAEA-1B02-41B6-84D7-160CEEF4B2E7}" dt="2026-03-05T04:41:12.647" v="4427" actId="404"/>
          <ac:spMkLst>
            <pc:docMk/>
            <pc:sldMk cId="1571507886" sldId="2147480451"/>
            <ac:spMk id="8" creationId="{3B50D558-FA0F-279C-9695-D4D78E3F413F}"/>
          </ac:spMkLst>
        </pc:spChg>
        <pc:spChg chg="add mod">
          <ac:chgData name="박 창규" userId="fef3e9c2-3755-4c94-893d-f890b45660c5" providerId="ADAL" clId="{35C9DAEA-1B02-41B6-84D7-160CEEF4B2E7}" dt="2026-03-05T04:40:45.248" v="4415" actId="164"/>
          <ac:spMkLst>
            <pc:docMk/>
            <pc:sldMk cId="1571507886" sldId="2147480451"/>
            <ac:spMk id="9" creationId="{37AD859F-5D9E-302B-A918-06008E0B49E2}"/>
          </ac:spMkLst>
        </pc:spChg>
        <pc:spChg chg="mod">
          <ac:chgData name="박 창규" userId="fef3e9c2-3755-4c94-893d-f890b45660c5" providerId="ADAL" clId="{35C9DAEA-1B02-41B6-84D7-160CEEF4B2E7}" dt="2026-03-05T04:40:45.248" v="4415" actId="164"/>
          <ac:spMkLst>
            <pc:docMk/>
            <pc:sldMk cId="1571507886" sldId="2147480451"/>
            <ac:spMk id="10" creationId="{D7BE2942-7F5B-0174-CCE8-C817EA1CB158}"/>
          </ac:spMkLst>
        </pc:spChg>
        <pc:spChg chg="mod">
          <ac:chgData name="박 창규" userId="fef3e9c2-3755-4c94-893d-f890b45660c5" providerId="ADAL" clId="{35C9DAEA-1B02-41B6-84D7-160CEEF4B2E7}" dt="2026-03-05T04:40:13.328" v="4404" actId="164"/>
          <ac:spMkLst>
            <pc:docMk/>
            <pc:sldMk cId="1571507886" sldId="2147480451"/>
            <ac:spMk id="11" creationId="{59245B11-96AE-3BF3-9A86-BDF0486635B2}"/>
          </ac:spMkLst>
        </pc:spChg>
        <pc:spChg chg="mod">
          <ac:chgData name="박 창규" userId="fef3e9c2-3755-4c94-893d-f890b45660c5" providerId="ADAL" clId="{35C9DAEA-1B02-41B6-84D7-160CEEF4B2E7}" dt="2026-03-05T04:43:40.614" v="4583" actId="6549"/>
          <ac:spMkLst>
            <pc:docMk/>
            <pc:sldMk cId="1571507886" sldId="2147480451"/>
            <ac:spMk id="12" creationId="{172D31DF-33B2-D572-8533-DD50127E16DF}"/>
          </ac:spMkLst>
        </pc:spChg>
        <pc:spChg chg="mod">
          <ac:chgData name="박 창규" userId="fef3e9c2-3755-4c94-893d-f890b45660c5" providerId="ADAL" clId="{35C9DAEA-1B02-41B6-84D7-160CEEF4B2E7}" dt="2026-03-05T04:52:45.992" v="5235" actId="113"/>
          <ac:spMkLst>
            <pc:docMk/>
            <pc:sldMk cId="1571507886" sldId="2147480451"/>
            <ac:spMk id="13" creationId="{43DC3649-F21B-CA74-27EE-6CC889281F06}"/>
          </ac:spMkLst>
        </pc:spChg>
        <pc:spChg chg="add mod topLvl">
          <ac:chgData name="박 창규" userId="fef3e9c2-3755-4c94-893d-f890b45660c5" providerId="ADAL" clId="{35C9DAEA-1B02-41B6-84D7-160CEEF4B2E7}" dt="2026-03-05T04:52:09.458" v="5214" actId="165"/>
          <ac:spMkLst>
            <pc:docMk/>
            <pc:sldMk cId="1571507886" sldId="2147480451"/>
            <ac:spMk id="14" creationId="{0B755FD5-4789-FAFE-1DE5-69FEDB8F3727}"/>
          </ac:spMkLst>
        </pc:spChg>
        <pc:spChg chg="add mod topLvl">
          <ac:chgData name="박 창규" userId="fef3e9c2-3755-4c94-893d-f890b45660c5" providerId="ADAL" clId="{35C9DAEA-1B02-41B6-84D7-160CEEF4B2E7}" dt="2026-03-05T04:52:09.458" v="5214" actId="165"/>
          <ac:spMkLst>
            <pc:docMk/>
            <pc:sldMk cId="1571507886" sldId="2147480451"/>
            <ac:spMk id="15" creationId="{0636C9D1-D294-FD4B-47AC-D0E5B7316CE1}"/>
          </ac:spMkLst>
        </pc:spChg>
        <pc:spChg chg="mod">
          <ac:chgData name="박 창규" userId="fef3e9c2-3755-4c94-893d-f890b45660c5" providerId="ADAL" clId="{35C9DAEA-1B02-41B6-84D7-160CEEF4B2E7}" dt="2026-03-05T04:52:48.055" v="5236" actId="113"/>
          <ac:spMkLst>
            <pc:docMk/>
            <pc:sldMk cId="1571507886" sldId="2147480451"/>
            <ac:spMk id="16" creationId="{8A5274E6-FC21-715B-249F-A00B29A1DE64}"/>
          </ac:spMkLst>
        </pc:spChg>
        <pc:spChg chg="mod topLvl">
          <ac:chgData name="박 창규" userId="fef3e9c2-3755-4c94-893d-f890b45660c5" providerId="ADAL" clId="{35C9DAEA-1B02-41B6-84D7-160CEEF4B2E7}" dt="2026-03-05T04:52:09.458" v="5214" actId="165"/>
          <ac:spMkLst>
            <pc:docMk/>
            <pc:sldMk cId="1571507886" sldId="2147480451"/>
            <ac:spMk id="17" creationId="{4DD57DD4-7C43-7D8E-9274-BD9745591236}"/>
          </ac:spMkLst>
        </pc:spChg>
        <pc:spChg chg="mod topLvl">
          <ac:chgData name="박 창규" userId="fef3e9c2-3755-4c94-893d-f890b45660c5" providerId="ADAL" clId="{35C9DAEA-1B02-41B6-84D7-160CEEF4B2E7}" dt="2026-03-05T04:47:38.854" v="4892" actId="947"/>
          <ac:spMkLst>
            <pc:docMk/>
            <pc:sldMk cId="1571507886" sldId="2147480451"/>
            <ac:spMk id="18" creationId="{0DA8FF51-7500-0763-FA03-75678FC5F896}"/>
          </ac:spMkLst>
        </pc:spChg>
        <pc:spChg chg="mod topLvl">
          <ac:chgData name="박 창규" userId="fef3e9c2-3755-4c94-893d-f890b45660c5" providerId="ADAL" clId="{35C9DAEA-1B02-41B6-84D7-160CEEF4B2E7}" dt="2026-03-05T04:52:49.833" v="5237" actId="113"/>
          <ac:spMkLst>
            <pc:docMk/>
            <pc:sldMk cId="1571507886" sldId="2147480451"/>
            <ac:spMk id="19" creationId="{BA6DA999-AFC0-621C-0693-C48B088A72C8}"/>
          </ac:spMkLst>
        </pc:spChg>
        <pc:spChg chg="mod topLvl">
          <ac:chgData name="박 창규" userId="fef3e9c2-3755-4c94-893d-f890b45660c5" providerId="ADAL" clId="{35C9DAEA-1B02-41B6-84D7-160CEEF4B2E7}" dt="2026-03-05T04:48:29.029" v="4920" actId="20577"/>
          <ac:spMkLst>
            <pc:docMk/>
            <pc:sldMk cId="1571507886" sldId="2147480451"/>
            <ac:spMk id="20" creationId="{5D366D35-6A88-D3CB-B1AF-97D68392FAB5}"/>
          </ac:spMkLst>
        </pc:spChg>
        <pc:spChg chg="mod topLvl">
          <ac:chgData name="박 창규" userId="fef3e9c2-3755-4c94-893d-f890b45660c5" providerId="ADAL" clId="{35C9DAEA-1B02-41B6-84D7-160CEEF4B2E7}" dt="2026-03-05T04:49:12.464" v="5021" actId="6549"/>
          <ac:spMkLst>
            <pc:docMk/>
            <pc:sldMk cId="1571507886" sldId="2147480451"/>
            <ac:spMk id="21" creationId="{F8EA3E0E-7D84-5C12-22C0-2446BD4543C9}"/>
          </ac:spMkLst>
        </pc:spChg>
        <pc:spChg chg="mod topLvl">
          <ac:chgData name="박 창규" userId="fef3e9c2-3755-4c94-893d-f890b45660c5" providerId="ADAL" clId="{35C9DAEA-1B02-41B6-84D7-160CEEF4B2E7}" dt="2026-03-05T04:52:51.552" v="5238" actId="113"/>
          <ac:spMkLst>
            <pc:docMk/>
            <pc:sldMk cId="1571507886" sldId="2147480451"/>
            <ac:spMk id="22" creationId="{B738B7BA-C30C-8CA3-6DD7-594469E674E7}"/>
          </ac:spMkLst>
        </pc:spChg>
        <pc:spChg chg="mod">
          <ac:chgData name="박 창규" userId="fef3e9c2-3755-4c94-893d-f890b45660c5" providerId="ADAL" clId="{35C9DAEA-1B02-41B6-84D7-160CEEF4B2E7}" dt="2026-03-05T04:37:29.685" v="4351" actId="6549"/>
          <ac:spMkLst>
            <pc:docMk/>
            <pc:sldMk cId="1571507886" sldId="2147480451"/>
            <ac:spMk id="23" creationId="{30DFEF4B-3603-87EF-2B45-723AF3153816}"/>
          </ac:spMkLst>
        </pc:spChg>
        <pc:spChg chg="add mod topLvl">
          <ac:chgData name="박 창규" userId="fef3e9c2-3755-4c94-893d-f890b45660c5" providerId="ADAL" clId="{35C9DAEA-1B02-41B6-84D7-160CEEF4B2E7}" dt="2026-03-05T04:52:09.458" v="5214" actId="165"/>
          <ac:spMkLst>
            <pc:docMk/>
            <pc:sldMk cId="1571507886" sldId="2147480451"/>
            <ac:spMk id="24" creationId="{0417C83F-C650-2B26-EA10-313BB3CF00AC}"/>
          </ac:spMkLst>
        </pc:spChg>
        <pc:spChg chg="mod">
          <ac:chgData name="박 창규" userId="fef3e9c2-3755-4c94-893d-f890b45660c5" providerId="ADAL" clId="{35C9DAEA-1B02-41B6-84D7-160CEEF4B2E7}" dt="2026-03-05T04:45:52.880" v="4743" actId="20577"/>
          <ac:spMkLst>
            <pc:docMk/>
            <pc:sldMk cId="1571507886" sldId="2147480451"/>
            <ac:spMk id="25" creationId="{6386C195-8C17-A3C1-596B-AD96E066B300}"/>
          </ac:spMkLst>
        </pc:spChg>
        <pc:spChg chg="mod topLvl">
          <ac:chgData name="박 창규" userId="fef3e9c2-3755-4c94-893d-f890b45660c5" providerId="ADAL" clId="{35C9DAEA-1B02-41B6-84D7-160CEEF4B2E7}" dt="2026-03-05T04:52:09.458" v="5214" actId="165"/>
          <ac:spMkLst>
            <pc:docMk/>
            <pc:sldMk cId="1571507886" sldId="2147480451"/>
            <ac:spMk id="26" creationId="{AF1F8F75-3682-7819-9198-C8DEEE02EE18}"/>
          </ac:spMkLst>
        </pc:spChg>
        <pc:spChg chg="add mod topLvl">
          <ac:chgData name="박 창규" userId="fef3e9c2-3755-4c94-893d-f890b45660c5" providerId="ADAL" clId="{35C9DAEA-1B02-41B6-84D7-160CEEF4B2E7}" dt="2026-03-05T04:52:09.458" v="5214" actId="165"/>
          <ac:spMkLst>
            <pc:docMk/>
            <pc:sldMk cId="1571507886" sldId="2147480451"/>
            <ac:spMk id="27" creationId="{4AC507EC-FAC8-0546-E44B-EB623CE064E7}"/>
          </ac:spMkLst>
        </pc:spChg>
        <pc:spChg chg="add mod topLvl">
          <ac:chgData name="박 창규" userId="fef3e9c2-3755-4c94-893d-f890b45660c5" providerId="ADAL" clId="{35C9DAEA-1B02-41B6-84D7-160CEEF4B2E7}" dt="2026-03-05T04:52:09.458" v="5214" actId="165"/>
          <ac:spMkLst>
            <pc:docMk/>
            <pc:sldMk cId="1571507886" sldId="2147480451"/>
            <ac:spMk id="28" creationId="{BB98CB25-92FC-E493-CC45-B90F7B255BE2}"/>
          </ac:spMkLst>
        </pc:spChg>
        <pc:spChg chg="add mod topLvl">
          <ac:chgData name="박 창규" userId="fef3e9c2-3755-4c94-893d-f890b45660c5" providerId="ADAL" clId="{35C9DAEA-1B02-41B6-84D7-160CEEF4B2E7}" dt="2026-03-05T04:52:09.458" v="5214" actId="165"/>
          <ac:spMkLst>
            <pc:docMk/>
            <pc:sldMk cId="1571507886" sldId="2147480451"/>
            <ac:spMk id="29" creationId="{FECA724C-F249-3C0E-8DB1-4FAD1951BE71}"/>
          </ac:spMkLst>
        </pc:spChg>
        <pc:spChg chg="add mod topLvl">
          <ac:chgData name="박 창규" userId="fef3e9c2-3755-4c94-893d-f890b45660c5" providerId="ADAL" clId="{35C9DAEA-1B02-41B6-84D7-160CEEF4B2E7}" dt="2026-03-05T04:52:09.458" v="5214" actId="165"/>
          <ac:spMkLst>
            <pc:docMk/>
            <pc:sldMk cId="1571507886" sldId="2147480451"/>
            <ac:spMk id="30" creationId="{DE27C84E-57E0-4687-434D-039054144002}"/>
          </ac:spMkLst>
        </pc:spChg>
        <pc:spChg chg="mod topLvl">
          <ac:chgData name="박 창규" userId="fef3e9c2-3755-4c94-893d-f890b45660c5" providerId="ADAL" clId="{35C9DAEA-1B02-41B6-84D7-160CEEF4B2E7}" dt="2026-03-05T04:40:08.897" v="4402" actId="164"/>
          <ac:spMkLst>
            <pc:docMk/>
            <pc:sldMk cId="1571507886" sldId="2147480451"/>
            <ac:spMk id="31" creationId="{4D1DFCC4-B008-F0BD-91F7-967F5AE1544F}"/>
          </ac:spMkLst>
        </pc:spChg>
        <pc:spChg chg="mod">
          <ac:chgData name="박 창규" userId="fef3e9c2-3755-4c94-893d-f890b45660c5" providerId="ADAL" clId="{35C9DAEA-1B02-41B6-84D7-160CEEF4B2E7}" dt="2026-03-05T04:34:40.386" v="4247"/>
          <ac:spMkLst>
            <pc:docMk/>
            <pc:sldMk cId="1571507886" sldId="2147480451"/>
            <ac:spMk id="41" creationId="{FC0527DF-F28F-58BE-4EE1-D3709EFF56B3}"/>
          </ac:spMkLst>
        </pc:spChg>
        <pc:spChg chg="mod">
          <ac:chgData name="박 창규" userId="fef3e9c2-3755-4c94-893d-f890b45660c5" providerId="ADAL" clId="{35C9DAEA-1B02-41B6-84D7-160CEEF4B2E7}" dt="2026-03-05T04:50:39.164" v="5213" actId="6549"/>
          <ac:spMkLst>
            <pc:docMk/>
            <pc:sldMk cId="1571507886" sldId="2147480451"/>
            <ac:spMk id="42" creationId="{56365E05-865A-6070-BF49-22C744645629}"/>
          </ac:spMkLst>
        </pc:spChg>
        <pc:grpChg chg="del mod">
          <ac:chgData name="박 창규" userId="fef3e9c2-3755-4c94-893d-f890b45660c5" providerId="ADAL" clId="{35C9DAEA-1B02-41B6-84D7-160CEEF4B2E7}" dt="2026-03-05T04:34:46.748" v="4250" actId="478"/>
          <ac:grpSpMkLst>
            <pc:docMk/>
            <pc:sldMk cId="1571507886" sldId="2147480451"/>
            <ac:grpSpMk id="4" creationId="{A149F683-D354-0356-965D-1D7292953D0E}"/>
          </ac:grpSpMkLst>
        </pc:grpChg>
        <pc:grpChg chg="del">
          <ac:chgData name="박 창규" userId="fef3e9c2-3755-4c94-893d-f890b45660c5" providerId="ADAL" clId="{35C9DAEA-1B02-41B6-84D7-160CEEF4B2E7}" dt="2026-03-05T04:40:22.025" v="4405" actId="165"/>
          <ac:grpSpMkLst>
            <pc:docMk/>
            <pc:sldMk cId="1571507886" sldId="2147480451"/>
            <ac:grpSpMk id="32" creationId="{22A4D112-DC8E-EF14-38B7-DB5BA0FC43C9}"/>
          </ac:grpSpMkLst>
        </pc:grpChg>
        <pc:grpChg chg="del">
          <ac:chgData name="박 창규" userId="fef3e9c2-3755-4c94-893d-f890b45660c5" providerId="ADAL" clId="{35C9DAEA-1B02-41B6-84D7-160CEEF4B2E7}" dt="2026-03-05T04:40:26.231" v="4406" actId="165"/>
          <ac:grpSpMkLst>
            <pc:docMk/>
            <pc:sldMk cId="1571507886" sldId="2147480451"/>
            <ac:grpSpMk id="36" creationId="{AB781770-8652-186D-4074-1DBC73051216}"/>
          </ac:grpSpMkLst>
        </pc:grpChg>
        <pc:grpChg chg="add mod">
          <ac:chgData name="박 창규" userId="fef3e9c2-3755-4c94-893d-f890b45660c5" providerId="ADAL" clId="{35C9DAEA-1B02-41B6-84D7-160CEEF4B2E7}" dt="2026-03-05T04:34:40.386" v="4247"/>
          <ac:grpSpMkLst>
            <pc:docMk/>
            <pc:sldMk cId="1571507886" sldId="2147480451"/>
            <ac:grpSpMk id="40" creationId="{B1C45317-80A6-BF83-8A03-1453DCF65F32}"/>
          </ac:grpSpMkLst>
        </pc:grpChg>
        <pc:grpChg chg="add del mod">
          <ac:chgData name="박 창규" userId="fef3e9c2-3755-4c94-893d-f890b45660c5" providerId="ADAL" clId="{35C9DAEA-1B02-41B6-84D7-160CEEF4B2E7}" dt="2026-03-05T04:40:06.891" v="4400" actId="165"/>
          <ac:grpSpMkLst>
            <pc:docMk/>
            <pc:sldMk cId="1571507886" sldId="2147480451"/>
            <ac:grpSpMk id="43" creationId="{CDB1A324-9FD1-4674-1F0E-7CFA2B303D1B}"/>
          </ac:grpSpMkLst>
        </pc:grpChg>
        <pc:grpChg chg="add del mod">
          <ac:chgData name="박 창규" userId="fef3e9c2-3755-4c94-893d-f890b45660c5" providerId="ADAL" clId="{35C9DAEA-1B02-41B6-84D7-160CEEF4B2E7}" dt="2026-03-05T04:40:03.284" v="4397" actId="165"/>
          <ac:grpSpMkLst>
            <pc:docMk/>
            <pc:sldMk cId="1571507886" sldId="2147480451"/>
            <ac:grpSpMk id="44" creationId="{DD27C519-D2ED-CA2F-69FA-858DCC4B6C77}"/>
          </ac:grpSpMkLst>
        </pc:grpChg>
        <pc:grpChg chg="add mod">
          <ac:chgData name="박 창규" userId="fef3e9c2-3755-4c94-893d-f890b45660c5" providerId="ADAL" clId="{35C9DAEA-1B02-41B6-84D7-160CEEF4B2E7}" dt="2026-03-05T04:39:58.206" v="4394" actId="164"/>
          <ac:grpSpMkLst>
            <pc:docMk/>
            <pc:sldMk cId="1571507886" sldId="2147480451"/>
            <ac:grpSpMk id="45" creationId="{529E256E-0CD8-A94F-AECB-3B52AC479D65}"/>
          </ac:grpSpMkLst>
        </pc:grpChg>
        <pc:grpChg chg="add mod">
          <ac:chgData name="박 창규" userId="fef3e9c2-3755-4c94-893d-f890b45660c5" providerId="ADAL" clId="{35C9DAEA-1B02-41B6-84D7-160CEEF4B2E7}" dt="2026-03-05T04:41:01.065" v="4425" actId="465"/>
          <ac:grpSpMkLst>
            <pc:docMk/>
            <pc:sldMk cId="1571507886" sldId="2147480451"/>
            <ac:grpSpMk id="46" creationId="{AADE84E2-D49E-41DB-501D-53112C6613AB}"/>
          </ac:grpSpMkLst>
        </pc:grpChg>
        <pc:grpChg chg="add mod">
          <ac:chgData name="박 창규" userId="fef3e9c2-3755-4c94-893d-f890b45660c5" providerId="ADAL" clId="{35C9DAEA-1B02-41B6-84D7-160CEEF4B2E7}" dt="2026-03-05T04:41:01.065" v="4425" actId="465"/>
          <ac:grpSpMkLst>
            <pc:docMk/>
            <pc:sldMk cId="1571507886" sldId="2147480451"/>
            <ac:grpSpMk id="47" creationId="{A5CF160A-54F9-8DD2-3831-D54A1C799EB2}"/>
          </ac:grpSpMkLst>
        </pc:grpChg>
        <pc:grpChg chg="add mod">
          <ac:chgData name="박 창규" userId="fef3e9c2-3755-4c94-893d-f890b45660c5" providerId="ADAL" clId="{35C9DAEA-1B02-41B6-84D7-160CEEF4B2E7}" dt="2026-03-05T04:40:56.930" v="4424" actId="1035"/>
          <ac:grpSpMkLst>
            <pc:docMk/>
            <pc:sldMk cId="1571507886" sldId="2147480451"/>
            <ac:grpSpMk id="48" creationId="{422470E4-E5A6-2DFA-8FCE-1FBFCFE13DAE}"/>
          </ac:grpSpMkLst>
        </pc:grpChg>
        <pc:grpChg chg="add mod">
          <ac:chgData name="박 창규" userId="fef3e9c2-3755-4c94-893d-f890b45660c5" providerId="ADAL" clId="{35C9DAEA-1B02-41B6-84D7-160CEEF4B2E7}" dt="2026-03-05T04:40:39.099" v="4413" actId="1036"/>
          <ac:grpSpMkLst>
            <pc:docMk/>
            <pc:sldMk cId="1571507886" sldId="2147480451"/>
            <ac:grpSpMk id="49" creationId="{FA9EAF8A-9A80-A8AB-A58E-C51D29075FAD}"/>
          </ac:grpSpMkLst>
        </pc:grpChg>
        <pc:grpChg chg="add mod">
          <ac:chgData name="박 창규" userId="fef3e9c2-3755-4c94-893d-f890b45660c5" providerId="ADAL" clId="{35C9DAEA-1B02-41B6-84D7-160CEEF4B2E7}" dt="2026-03-05T04:41:01.065" v="4425" actId="465"/>
          <ac:grpSpMkLst>
            <pc:docMk/>
            <pc:sldMk cId="1571507886" sldId="2147480451"/>
            <ac:grpSpMk id="50" creationId="{58F8C4D7-C208-C817-110B-A1D94BF28FF4}"/>
          </ac:grpSpMkLst>
        </pc:grpChg>
        <pc:grpChg chg="add mod">
          <ac:chgData name="박 창규" userId="fef3e9c2-3755-4c94-893d-f890b45660c5" providerId="ADAL" clId="{35C9DAEA-1B02-41B6-84D7-160CEEF4B2E7}" dt="2026-03-05T04:41:01.065" v="4425" actId="465"/>
          <ac:grpSpMkLst>
            <pc:docMk/>
            <pc:sldMk cId="1571507886" sldId="2147480451"/>
            <ac:grpSpMk id="51" creationId="{1058AC88-B602-3A57-7BC5-187F4BB16A14}"/>
          </ac:grpSpMkLst>
        </pc:grpChg>
        <pc:grpChg chg="add mod">
          <ac:chgData name="박 창규" userId="fef3e9c2-3755-4c94-893d-f890b45660c5" providerId="ADAL" clId="{35C9DAEA-1B02-41B6-84D7-160CEEF4B2E7}" dt="2026-03-05T04:41:01.065" v="4425" actId="465"/>
          <ac:grpSpMkLst>
            <pc:docMk/>
            <pc:sldMk cId="1571507886" sldId="2147480451"/>
            <ac:grpSpMk id="52" creationId="{D3219346-B1B9-6AD0-6E97-4D151FD86032}"/>
          </ac:grpSpMkLst>
        </pc:grpChg>
        <pc:grpChg chg="add mod">
          <ac:chgData name="박 창규" userId="fef3e9c2-3755-4c94-893d-f890b45660c5" providerId="ADAL" clId="{35C9DAEA-1B02-41B6-84D7-160CEEF4B2E7}" dt="2026-03-05T04:40:52.300" v="4421" actId="1036"/>
          <ac:grpSpMkLst>
            <pc:docMk/>
            <pc:sldMk cId="1571507886" sldId="2147480451"/>
            <ac:grpSpMk id="53" creationId="{59D7DF0E-A44C-E9BB-685C-215C6549EF4E}"/>
          </ac:grpSpMkLst>
        </pc:grpChg>
        <pc:cxnChg chg="mod topLvl">
          <ac:chgData name="박 창규" userId="fef3e9c2-3755-4c94-893d-f890b45660c5" providerId="ADAL" clId="{35C9DAEA-1B02-41B6-84D7-160CEEF4B2E7}" dt="2026-03-05T04:40:30.178" v="4408" actId="164"/>
          <ac:cxnSpMkLst>
            <pc:docMk/>
            <pc:sldMk cId="1571507886" sldId="2147480451"/>
            <ac:cxnSpMk id="33" creationId="{0DF0D8AC-447E-34C7-56CA-723C6B226C35}"/>
          </ac:cxnSpMkLst>
        </pc:cxnChg>
        <pc:cxnChg chg="mod topLvl">
          <ac:chgData name="박 창규" userId="fef3e9c2-3755-4c94-893d-f890b45660c5" providerId="ADAL" clId="{35C9DAEA-1B02-41B6-84D7-160CEEF4B2E7}" dt="2026-03-05T04:40:33.242" v="4410" actId="164"/>
          <ac:cxnSpMkLst>
            <pc:docMk/>
            <pc:sldMk cId="1571507886" sldId="2147480451"/>
            <ac:cxnSpMk id="34" creationId="{D510AA33-B2E5-8B9A-3DBE-1D1419C3965C}"/>
          </ac:cxnSpMkLst>
        </pc:cxnChg>
        <pc:cxnChg chg="mod topLvl">
          <ac:chgData name="박 창규" userId="fef3e9c2-3755-4c94-893d-f890b45660c5" providerId="ADAL" clId="{35C9DAEA-1B02-41B6-84D7-160CEEF4B2E7}" dt="2026-03-05T04:40:35.701" v="4412" actId="164"/>
          <ac:cxnSpMkLst>
            <pc:docMk/>
            <pc:sldMk cId="1571507886" sldId="2147480451"/>
            <ac:cxnSpMk id="35" creationId="{7A5E867C-36DC-963C-F4D1-D4CA166D70EB}"/>
          </ac:cxnSpMkLst>
        </pc:cxnChg>
        <pc:cxnChg chg="mod topLvl">
          <ac:chgData name="박 창규" userId="fef3e9c2-3755-4c94-893d-f890b45660c5" providerId="ADAL" clId="{35C9DAEA-1B02-41B6-84D7-160CEEF4B2E7}" dt="2026-03-05T04:40:30.178" v="4408" actId="164"/>
          <ac:cxnSpMkLst>
            <pc:docMk/>
            <pc:sldMk cId="1571507886" sldId="2147480451"/>
            <ac:cxnSpMk id="37" creationId="{4B4B7F93-FB1D-CC44-53A7-6A2F0A112A18}"/>
          </ac:cxnSpMkLst>
        </pc:cxnChg>
        <pc:cxnChg chg="mod topLvl">
          <ac:chgData name="박 창규" userId="fef3e9c2-3755-4c94-893d-f890b45660c5" providerId="ADAL" clId="{35C9DAEA-1B02-41B6-84D7-160CEEF4B2E7}" dt="2026-03-05T04:40:33.242" v="4410" actId="164"/>
          <ac:cxnSpMkLst>
            <pc:docMk/>
            <pc:sldMk cId="1571507886" sldId="2147480451"/>
            <ac:cxnSpMk id="38" creationId="{CA80F3BF-85AE-1DFE-D606-4C29FAB20D55}"/>
          </ac:cxnSpMkLst>
        </pc:cxnChg>
        <pc:cxnChg chg="mod topLvl">
          <ac:chgData name="박 창규" userId="fef3e9c2-3755-4c94-893d-f890b45660c5" providerId="ADAL" clId="{35C9DAEA-1B02-41B6-84D7-160CEEF4B2E7}" dt="2026-03-05T04:40:35.701" v="4412" actId="164"/>
          <ac:cxnSpMkLst>
            <pc:docMk/>
            <pc:sldMk cId="1571507886" sldId="2147480451"/>
            <ac:cxnSpMk id="39" creationId="{E71B47D2-8E20-6658-8952-4CD92B905207}"/>
          </ac:cxnSpMkLst>
        </pc:cxnChg>
      </pc:sldChg>
      <pc:sldChg chg="addSp delSp modSp new mod ord">
        <pc:chgData name="박 창규" userId="fef3e9c2-3755-4c94-893d-f890b45660c5" providerId="ADAL" clId="{35C9DAEA-1B02-41B6-84D7-160CEEF4B2E7}" dt="2026-03-05T06:18:36.524" v="7901" actId="207"/>
        <pc:sldMkLst>
          <pc:docMk/>
          <pc:sldMk cId="507205614" sldId="2147480452"/>
        </pc:sldMkLst>
        <pc:spChg chg="mod">
          <ac:chgData name="박 창규" userId="fef3e9c2-3755-4c94-893d-f890b45660c5" providerId="ADAL" clId="{35C9DAEA-1B02-41B6-84D7-160CEEF4B2E7}" dt="2026-03-05T05:26:57.214" v="5647" actId="113"/>
          <ac:spMkLst>
            <pc:docMk/>
            <pc:sldMk cId="507205614" sldId="2147480452"/>
            <ac:spMk id="2" creationId="{3ABA3AE3-CAA9-1C56-C9E3-820E6A7BFB4F}"/>
          </ac:spMkLst>
        </pc:spChg>
        <pc:spChg chg="mod">
          <ac:chgData name="박 창규" userId="fef3e9c2-3755-4c94-893d-f890b45660c5" providerId="ADAL" clId="{35C9DAEA-1B02-41B6-84D7-160CEEF4B2E7}" dt="2026-03-05T06:15:39.862" v="7857" actId="947"/>
          <ac:spMkLst>
            <pc:docMk/>
            <pc:sldMk cId="507205614" sldId="2147480452"/>
            <ac:spMk id="3" creationId="{523797EB-1B3E-7D9A-64D4-A1BF6E5B123E}"/>
          </ac:spMkLst>
        </pc:spChg>
        <pc:spChg chg="mod">
          <ac:chgData name="박 창규" userId="fef3e9c2-3755-4c94-893d-f890b45660c5" providerId="ADAL" clId="{35C9DAEA-1B02-41B6-84D7-160CEEF4B2E7}" dt="2026-03-05T05:22:24.304" v="5286"/>
          <ac:spMkLst>
            <pc:docMk/>
            <pc:sldMk cId="507205614" sldId="2147480452"/>
            <ac:spMk id="5" creationId="{E280167B-641E-CE3D-FAE9-02280D3C5511}"/>
          </ac:spMkLst>
        </pc:spChg>
        <pc:spChg chg="mod">
          <ac:chgData name="박 창규" userId="fef3e9c2-3755-4c94-893d-f890b45660c5" providerId="ADAL" clId="{35C9DAEA-1B02-41B6-84D7-160CEEF4B2E7}" dt="2026-03-05T05:22:44.034" v="5311" actId="947"/>
          <ac:spMkLst>
            <pc:docMk/>
            <pc:sldMk cId="507205614" sldId="2147480452"/>
            <ac:spMk id="6" creationId="{88DF85DE-D820-00B9-9503-6C4F2358A541}"/>
          </ac:spMkLst>
        </pc:spChg>
        <pc:spChg chg="mod">
          <ac:chgData name="박 창규" userId="fef3e9c2-3755-4c94-893d-f890b45660c5" providerId="ADAL" clId="{35C9DAEA-1B02-41B6-84D7-160CEEF4B2E7}" dt="2026-03-05T05:22:59.922" v="5314"/>
          <ac:spMkLst>
            <pc:docMk/>
            <pc:sldMk cId="507205614" sldId="2147480452"/>
            <ac:spMk id="8" creationId="{45BCF670-5ACF-BE4C-8F0F-5616587328CC}"/>
          </ac:spMkLst>
        </pc:spChg>
        <pc:spChg chg="mod">
          <ac:chgData name="박 창규" userId="fef3e9c2-3755-4c94-893d-f890b45660c5" providerId="ADAL" clId="{35C9DAEA-1B02-41B6-84D7-160CEEF4B2E7}" dt="2026-03-05T05:23:14.783" v="5347"/>
          <ac:spMkLst>
            <pc:docMk/>
            <pc:sldMk cId="507205614" sldId="2147480452"/>
            <ac:spMk id="9" creationId="{B7942FE3-0EB0-5EC7-8FB3-A865431D6518}"/>
          </ac:spMkLst>
        </pc:spChg>
        <pc:spChg chg="add mod">
          <ac:chgData name="박 창규" userId="fef3e9c2-3755-4c94-893d-f890b45660c5" providerId="ADAL" clId="{35C9DAEA-1B02-41B6-84D7-160CEEF4B2E7}" dt="2026-03-05T06:07:44.333" v="7107" actId="1036"/>
          <ac:spMkLst>
            <pc:docMk/>
            <pc:sldMk cId="507205614" sldId="2147480452"/>
            <ac:spMk id="16" creationId="{89FBD075-E276-1F16-DA3F-D46F6279ECE2}"/>
          </ac:spMkLst>
        </pc:spChg>
        <pc:spChg chg="add del mod">
          <ac:chgData name="박 창규" userId="fef3e9c2-3755-4c94-893d-f890b45660c5" providerId="ADAL" clId="{35C9DAEA-1B02-41B6-84D7-160CEEF4B2E7}" dt="2026-03-05T05:26:13.743" v="5634" actId="478"/>
          <ac:spMkLst>
            <pc:docMk/>
            <pc:sldMk cId="507205614" sldId="2147480452"/>
            <ac:spMk id="18" creationId="{4B42FD66-7668-4D3F-83B4-E6AF909091FA}"/>
          </ac:spMkLst>
        </pc:spChg>
        <pc:spChg chg="del mod">
          <ac:chgData name="박 창규" userId="fef3e9c2-3755-4c94-893d-f890b45660c5" providerId="ADAL" clId="{35C9DAEA-1B02-41B6-84D7-160CEEF4B2E7}" dt="2026-03-05T05:29:56.676" v="5744" actId="478"/>
          <ac:spMkLst>
            <pc:docMk/>
            <pc:sldMk cId="507205614" sldId="2147480452"/>
            <ac:spMk id="19" creationId="{5C85F613-050D-97B0-5FEA-5CCB336929DA}"/>
          </ac:spMkLst>
        </pc:spChg>
        <pc:spChg chg="del mod">
          <ac:chgData name="박 창규" userId="fef3e9c2-3755-4c94-893d-f890b45660c5" providerId="ADAL" clId="{35C9DAEA-1B02-41B6-84D7-160CEEF4B2E7}" dt="2026-03-05T05:29:56.676" v="5744" actId="478"/>
          <ac:spMkLst>
            <pc:docMk/>
            <pc:sldMk cId="507205614" sldId="2147480452"/>
            <ac:spMk id="20" creationId="{9D7AF6D5-8104-BC2C-FF7B-36DDB9B5127B}"/>
          </ac:spMkLst>
        </pc:spChg>
        <pc:spChg chg="mod topLvl">
          <ac:chgData name="박 창규" userId="fef3e9c2-3755-4c94-893d-f890b45660c5" providerId="ADAL" clId="{35C9DAEA-1B02-41B6-84D7-160CEEF4B2E7}" dt="2026-03-05T05:31:57.429" v="5863" actId="1035"/>
          <ac:spMkLst>
            <pc:docMk/>
            <pc:sldMk cId="507205614" sldId="2147480452"/>
            <ac:spMk id="24" creationId="{5C918AF0-A826-8B68-0434-D2A38E6F991F}"/>
          </ac:spMkLst>
        </pc:spChg>
        <pc:spChg chg="mod topLvl">
          <ac:chgData name="박 창규" userId="fef3e9c2-3755-4c94-893d-f890b45660c5" providerId="ADAL" clId="{35C9DAEA-1B02-41B6-84D7-160CEEF4B2E7}" dt="2026-03-05T05:30:44.850" v="5766" actId="164"/>
          <ac:spMkLst>
            <pc:docMk/>
            <pc:sldMk cId="507205614" sldId="2147480452"/>
            <ac:spMk id="27" creationId="{01938C48-BD64-0284-D742-61BC81C450E7}"/>
          </ac:spMkLst>
        </pc:spChg>
        <pc:spChg chg="mod topLvl">
          <ac:chgData name="박 창규" userId="fef3e9c2-3755-4c94-893d-f890b45660c5" providerId="ADAL" clId="{35C9DAEA-1B02-41B6-84D7-160CEEF4B2E7}" dt="2026-03-05T05:30:44.850" v="5766" actId="164"/>
          <ac:spMkLst>
            <pc:docMk/>
            <pc:sldMk cId="507205614" sldId="2147480452"/>
            <ac:spMk id="31" creationId="{8AEB975A-9E81-D2AC-F934-FF06C135B1CB}"/>
          </ac:spMkLst>
        </pc:spChg>
        <pc:spChg chg="mod topLvl">
          <ac:chgData name="박 창규" userId="fef3e9c2-3755-4c94-893d-f890b45660c5" providerId="ADAL" clId="{35C9DAEA-1B02-41B6-84D7-160CEEF4B2E7}" dt="2026-03-05T05:30:44.850" v="5766" actId="164"/>
          <ac:spMkLst>
            <pc:docMk/>
            <pc:sldMk cId="507205614" sldId="2147480452"/>
            <ac:spMk id="32" creationId="{83986867-2B35-C98E-E06C-3A0405D52ABF}"/>
          </ac:spMkLst>
        </pc:spChg>
        <pc:spChg chg="mod topLvl">
          <ac:chgData name="박 창규" userId="fef3e9c2-3755-4c94-893d-f890b45660c5" providerId="ADAL" clId="{35C9DAEA-1B02-41B6-84D7-160CEEF4B2E7}" dt="2026-03-05T05:30:44.850" v="5766" actId="164"/>
          <ac:spMkLst>
            <pc:docMk/>
            <pc:sldMk cId="507205614" sldId="2147480452"/>
            <ac:spMk id="33" creationId="{58082947-F47D-D2C7-F5EE-DD6FD4410593}"/>
          </ac:spMkLst>
        </pc:spChg>
        <pc:spChg chg="mod topLvl">
          <ac:chgData name="박 창규" userId="fef3e9c2-3755-4c94-893d-f890b45660c5" providerId="ADAL" clId="{35C9DAEA-1B02-41B6-84D7-160CEEF4B2E7}" dt="2026-03-05T05:30:44.850" v="5766" actId="164"/>
          <ac:spMkLst>
            <pc:docMk/>
            <pc:sldMk cId="507205614" sldId="2147480452"/>
            <ac:spMk id="35" creationId="{72C9AAF3-0114-1978-EB8A-2F3EE234C262}"/>
          </ac:spMkLst>
        </pc:spChg>
        <pc:spChg chg="del">
          <ac:chgData name="박 창규" userId="fef3e9c2-3755-4c94-893d-f890b45660c5" providerId="ADAL" clId="{35C9DAEA-1B02-41B6-84D7-160CEEF4B2E7}" dt="2026-03-05T05:28:09.591" v="5705" actId="478"/>
          <ac:spMkLst>
            <pc:docMk/>
            <pc:sldMk cId="507205614" sldId="2147480452"/>
            <ac:spMk id="36" creationId="{EA70C5B7-172A-CEE5-FFCA-C2FC2DCC3CD7}"/>
          </ac:spMkLst>
        </pc:spChg>
        <pc:spChg chg="mod topLvl">
          <ac:chgData name="박 창규" userId="fef3e9c2-3755-4c94-893d-f890b45660c5" providerId="ADAL" clId="{35C9DAEA-1B02-41B6-84D7-160CEEF4B2E7}" dt="2026-03-05T05:30:44.850" v="5766" actId="164"/>
          <ac:spMkLst>
            <pc:docMk/>
            <pc:sldMk cId="507205614" sldId="2147480452"/>
            <ac:spMk id="37" creationId="{4A6A82EC-C861-045B-3E6E-BF59020BB98B}"/>
          </ac:spMkLst>
        </pc:spChg>
        <pc:spChg chg="del mod">
          <ac:chgData name="박 창규" userId="fef3e9c2-3755-4c94-893d-f890b45660c5" providerId="ADAL" clId="{35C9DAEA-1B02-41B6-84D7-160CEEF4B2E7}" dt="2026-03-05T05:28:12.028" v="5706" actId="478"/>
          <ac:spMkLst>
            <pc:docMk/>
            <pc:sldMk cId="507205614" sldId="2147480452"/>
            <ac:spMk id="38" creationId="{D0D42A4F-CD57-AE29-9137-58849F858D57}"/>
          </ac:spMkLst>
        </pc:spChg>
        <pc:spChg chg="mod">
          <ac:chgData name="박 창규" userId="fef3e9c2-3755-4c94-893d-f890b45660c5" providerId="ADAL" clId="{35C9DAEA-1B02-41B6-84D7-160CEEF4B2E7}" dt="2026-03-05T05:27:20.677" v="5653"/>
          <ac:spMkLst>
            <pc:docMk/>
            <pc:sldMk cId="507205614" sldId="2147480452"/>
            <ac:spMk id="40" creationId="{CFF7B3C0-D1DD-ECAB-0C8B-A40408FF65C4}"/>
          </ac:spMkLst>
        </pc:spChg>
        <pc:spChg chg="mod">
          <ac:chgData name="박 창규" userId="fef3e9c2-3755-4c94-893d-f890b45660c5" providerId="ADAL" clId="{35C9DAEA-1B02-41B6-84D7-160CEEF4B2E7}" dt="2026-03-05T05:27:53.763" v="5689" actId="20577"/>
          <ac:spMkLst>
            <pc:docMk/>
            <pc:sldMk cId="507205614" sldId="2147480452"/>
            <ac:spMk id="44" creationId="{0BB72328-1AA0-5940-95FC-1ABC1F39D2E3}"/>
          </ac:spMkLst>
        </pc:spChg>
        <pc:spChg chg="mod">
          <ac:chgData name="박 창규" userId="fef3e9c2-3755-4c94-893d-f890b45660c5" providerId="ADAL" clId="{35C9DAEA-1B02-41B6-84D7-160CEEF4B2E7}" dt="2026-03-05T05:28:03.275" v="5704" actId="20577"/>
          <ac:spMkLst>
            <pc:docMk/>
            <pc:sldMk cId="507205614" sldId="2147480452"/>
            <ac:spMk id="45" creationId="{32DF8F97-81E6-3360-0793-9D37A0AF34E0}"/>
          </ac:spMkLst>
        </pc:spChg>
        <pc:spChg chg="mod">
          <ac:chgData name="박 창규" userId="fef3e9c2-3755-4c94-893d-f890b45660c5" providerId="ADAL" clId="{35C9DAEA-1B02-41B6-84D7-160CEEF4B2E7}" dt="2026-03-05T05:27:20.677" v="5653"/>
          <ac:spMkLst>
            <pc:docMk/>
            <pc:sldMk cId="507205614" sldId="2147480452"/>
            <ac:spMk id="46" creationId="{CCFB86A9-1BDF-5671-D67A-4C26C82F5EC9}"/>
          </ac:spMkLst>
        </pc:spChg>
        <pc:spChg chg="mod">
          <ac:chgData name="박 창규" userId="fef3e9c2-3755-4c94-893d-f890b45660c5" providerId="ADAL" clId="{35C9DAEA-1B02-41B6-84D7-160CEEF4B2E7}" dt="2026-03-05T05:27:20.677" v="5653"/>
          <ac:spMkLst>
            <pc:docMk/>
            <pc:sldMk cId="507205614" sldId="2147480452"/>
            <ac:spMk id="48" creationId="{A406EA21-6D7A-F85F-639B-87D5C290D76C}"/>
          </ac:spMkLst>
        </pc:spChg>
        <pc:spChg chg="mod">
          <ac:chgData name="박 창규" userId="fef3e9c2-3755-4c94-893d-f890b45660c5" providerId="ADAL" clId="{35C9DAEA-1B02-41B6-84D7-160CEEF4B2E7}" dt="2026-03-05T05:27:20.677" v="5653"/>
          <ac:spMkLst>
            <pc:docMk/>
            <pc:sldMk cId="507205614" sldId="2147480452"/>
            <ac:spMk id="50" creationId="{C1B4EA25-03A8-F1C0-2064-D3323737E768}"/>
          </ac:spMkLst>
        </pc:spChg>
        <pc:spChg chg="add mod">
          <ac:chgData name="박 창규" userId="fef3e9c2-3755-4c94-893d-f890b45660c5" providerId="ADAL" clId="{35C9DAEA-1B02-41B6-84D7-160CEEF4B2E7}" dt="2026-03-05T05:31:20.917" v="5846" actId="164"/>
          <ac:spMkLst>
            <pc:docMk/>
            <pc:sldMk cId="507205614" sldId="2147480452"/>
            <ac:spMk id="52" creationId="{2A378CA1-B1D2-E67B-F047-E1060CA854A5}"/>
          </ac:spMkLst>
        </pc:spChg>
        <pc:spChg chg="mod">
          <ac:chgData name="박 창규" userId="fef3e9c2-3755-4c94-893d-f890b45660c5" providerId="ADAL" clId="{35C9DAEA-1B02-41B6-84D7-160CEEF4B2E7}" dt="2026-03-05T05:31:20.917" v="5846" actId="164"/>
          <ac:spMkLst>
            <pc:docMk/>
            <pc:sldMk cId="507205614" sldId="2147480452"/>
            <ac:spMk id="53" creationId="{E0DB70FF-B980-879A-F2EE-59179611AE5D}"/>
          </ac:spMkLst>
        </pc:spChg>
        <pc:spChg chg="add mod ord topLvl">
          <ac:chgData name="박 창규" userId="fef3e9c2-3755-4c94-893d-f890b45660c5" providerId="ADAL" clId="{35C9DAEA-1B02-41B6-84D7-160CEEF4B2E7}" dt="2026-03-05T06:16:33.631" v="7861" actId="165"/>
          <ac:spMkLst>
            <pc:docMk/>
            <pc:sldMk cId="507205614" sldId="2147480452"/>
            <ac:spMk id="57" creationId="{AD648608-2B2D-1C1D-F83A-B789A9B534B5}"/>
          </ac:spMkLst>
        </pc:spChg>
        <pc:spChg chg="add mod">
          <ac:chgData name="박 창규" userId="fef3e9c2-3755-4c94-893d-f890b45660c5" providerId="ADAL" clId="{35C9DAEA-1B02-41B6-84D7-160CEEF4B2E7}" dt="2026-03-05T06:07:56.130" v="7165" actId="6549"/>
          <ac:spMkLst>
            <pc:docMk/>
            <pc:sldMk cId="507205614" sldId="2147480452"/>
            <ac:spMk id="58" creationId="{6423725D-7656-7D02-5282-D2FA31106028}"/>
          </ac:spMkLst>
        </pc:spChg>
        <pc:spChg chg="add del mod topLvl">
          <ac:chgData name="박 창규" userId="fef3e9c2-3755-4c94-893d-f890b45660c5" providerId="ADAL" clId="{35C9DAEA-1B02-41B6-84D7-160CEEF4B2E7}" dt="2026-03-05T06:16:33.631" v="7861" actId="165"/>
          <ac:spMkLst>
            <pc:docMk/>
            <pc:sldMk cId="507205614" sldId="2147480452"/>
            <ac:spMk id="61" creationId="{E204D216-0346-4799-7C48-8086B873321E}"/>
          </ac:spMkLst>
        </pc:spChg>
        <pc:spChg chg="add del mod">
          <ac:chgData name="박 창규" userId="fef3e9c2-3755-4c94-893d-f890b45660c5" providerId="ADAL" clId="{35C9DAEA-1B02-41B6-84D7-160CEEF4B2E7}" dt="2026-03-05T05:42:18.038" v="6026" actId="478"/>
          <ac:spMkLst>
            <pc:docMk/>
            <pc:sldMk cId="507205614" sldId="2147480452"/>
            <ac:spMk id="64" creationId="{C2462632-AB6E-C484-1D70-8AA17C9BE5D3}"/>
          </ac:spMkLst>
        </pc:spChg>
        <pc:spChg chg="add del mod">
          <ac:chgData name="박 창규" userId="fef3e9c2-3755-4c94-893d-f890b45660c5" providerId="ADAL" clId="{35C9DAEA-1B02-41B6-84D7-160CEEF4B2E7}" dt="2026-03-05T05:42:18.038" v="6026" actId="478"/>
          <ac:spMkLst>
            <pc:docMk/>
            <pc:sldMk cId="507205614" sldId="2147480452"/>
            <ac:spMk id="67" creationId="{07C97625-5076-47BA-9BB7-FB44642CA8E2}"/>
          </ac:spMkLst>
        </pc:spChg>
        <pc:spChg chg="add del mod">
          <ac:chgData name="박 창규" userId="fef3e9c2-3755-4c94-893d-f890b45660c5" providerId="ADAL" clId="{35C9DAEA-1B02-41B6-84D7-160CEEF4B2E7}" dt="2026-03-05T05:42:18.038" v="6026" actId="478"/>
          <ac:spMkLst>
            <pc:docMk/>
            <pc:sldMk cId="507205614" sldId="2147480452"/>
            <ac:spMk id="70" creationId="{C5276D6E-923D-A631-6F2F-C2A9EDB5744D}"/>
          </ac:spMkLst>
        </pc:spChg>
        <pc:spChg chg="add del mod">
          <ac:chgData name="박 창규" userId="fef3e9c2-3755-4c94-893d-f890b45660c5" providerId="ADAL" clId="{35C9DAEA-1B02-41B6-84D7-160CEEF4B2E7}" dt="2026-03-05T05:42:18.038" v="6026" actId="478"/>
          <ac:spMkLst>
            <pc:docMk/>
            <pc:sldMk cId="507205614" sldId="2147480452"/>
            <ac:spMk id="73" creationId="{3039B345-E2A3-B5A9-693D-364AC2E34486}"/>
          </ac:spMkLst>
        </pc:spChg>
        <pc:spChg chg="add del mod">
          <ac:chgData name="박 창규" userId="fef3e9c2-3755-4c94-893d-f890b45660c5" providerId="ADAL" clId="{35C9DAEA-1B02-41B6-84D7-160CEEF4B2E7}" dt="2026-03-05T05:42:18.038" v="6026" actId="478"/>
          <ac:spMkLst>
            <pc:docMk/>
            <pc:sldMk cId="507205614" sldId="2147480452"/>
            <ac:spMk id="80" creationId="{6D766C7C-1440-DD8F-7631-F2C173148AE1}"/>
          </ac:spMkLst>
        </pc:spChg>
        <pc:spChg chg="add mod topLvl">
          <ac:chgData name="박 창규" userId="fef3e9c2-3755-4c94-893d-f890b45660c5" providerId="ADAL" clId="{35C9DAEA-1B02-41B6-84D7-160CEEF4B2E7}" dt="2026-03-05T06:16:37.981" v="7863" actId="165"/>
          <ac:spMkLst>
            <pc:docMk/>
            <pc:sldMk cId="507205614" sldId="2147480452"/>
            <ac:spMk id="83" creationId="{72C07542-66CF-E8E8-4F2E-6F740113EE4C}"/>
          </ac:spMkLst>
        </pc:spChg>
        <pc:spChg chg="add del mod">
          <ac:chgData name="박 창규" userId="fef3e9c2-3755-4c94-893d-f890b45660c5" providerId="ADAL" clId="{35C9DAEA-1B02-41B6-84D7-160CEEF4B2E7}" dt="2026-03-05T05:48:36.423" v="6191" actId="478"/>
          <ac:spMkLst>
            <pc:docMk/>
            <pc:sldMk cId="507205614" sldId="2147480452"/>
            <ac:spMk id="84" creationId="{13BD5A84-A26F-BD0B-E405-50D1020963A4}"/>
          </ac:spMkLst>
        </pc:spChg>
        <pc:spChg chg="add mod topLvl">
          <ac:chgData name="박 창규" userId="fef3e9c2-3755-4c94-893d-f890b45660c5" providerId="ADAL" clId="{35C9DAEA-1B02-41B6-84D7-160CEEF4B2E7}" dt="2026-03-05T06:16:41.228" v="7864" actId="165"/>
          <ac:spMkLst>
            <pc:docMk/>
            <pc:sldMk cId="507205614" sldId="2147480452"/>
            <ac:spMk id="85" creationId="{87B24C4D-EF83-F0D8-A124-B4CFF5EDC67C}"/>
          </ac:spMkLst>
        </pc:spChg>
        <pc:spChg chg="add mod topLvl">
          <ac:chgData name="박 창규" userId="fef3e9c2-3755-4c94-893d-f890b45660c5" providerId="ADAL" clId="{35C9DAEA-1B02-41B6-84D7-160CEEF4B2E7}" dt="2026-03-05T06:16:41.228" v="7864" actId="165"/>
          <ac:spMkLst>
            <pc:docMk/>
            <pc:sldMk cId="507205614" sldId="2147480452"/>
            <ac:spMk id="86" creationId="{24F995BE-D66C-6A7E-80D7-D0D8A53C9F1D}"/>
          </ac:spMkLst>
        </pc:spChg>
        <pc:spChg chg="add mod topLvl">
          <ac:chgData name="박 창규" userId="fef3e9c2-3755-4c94-893d-f890b45660c5" providerId="ADAL" clId="{35C9DAEA-1B02-41B6-84D7-160CEEF4B2E7}" dt="2026-03-05T06:16:41.228" v="7864" actId="165"/>
          <ac:spMkLst>
            <pc:docMk/>
            <pc:sldMk cId="507205614" sldId="2147480452"/>
            <ac:spMk id="87" creationId="{C938782B-7B9D-DB90-38F1-519E68D9B8E9}"/>
          </ac:spMkLst>
        </pc:spChg>
        <pc:spChg chg="add mod topLvl">
          <ac:chgData name="박 창규" userId="fef3e9c2-3755-4c94-893d-f890b45660c5" providerId="ADAL" clId="{35C9DAEA-1B02-41B6-84D7-160CEEF4B2E7}" dt="2026-03-05T06:16:41.228" v="7864" actId="165"/>
          <ac:spMkLst>
            <pc:docMk/>
            <pc:sldMk cId="507205614" sldId="2147480452"/>
            <ac:spMk id="88" creationId="{E090D45F-FCFC-E1D9-80C0-9739F530EF46}"/>
          </ac:spMkLst>
        </pc:spChg>
        <pc:spChg chg="add del mod">
          <ac:chgData name="박 창규" userId="fef3e9c2-3755-4c94-893d-f890b45660c5" providerId="ADAL" clId="{35C9DAEA-1B02-41B6-84D7-160CEEF4B2E7}" dt="2026-03-05T05:50:15.566" v="6230" actId="478"/>
          <ac:spMkLst>
            <pc:docMk/>
            <pc:sldMk cId="507205614" sldId="2147480452"/>
            <ac:spMk id="89" creationId="{C45EFA01-936D-2026-3AA6-75F52FA96473}"/>
          </ac:spMkLst>
        </pc:spChg>
        <pc:spChg chg="add mod topLvl">
          <ac:chgData name="박 창규" userId="fef3e9c2-3755-4c94-893d-f890b45660c5" providerId="ADAL" clId="{35C9DAEA-1B02-41B6-84D7-160CEEF4B2E7}" dt="2026-03-05T06:16:37.981" v="7863" actId="165"/>
          <ac:spMkLst>
            <pc:docMk/>
            <pc:sldMk cId="507205614" sldId="2147480452"/>
            <ac:spMk id="101" creationId="{C7BDB0AA-1532-ED05-3419-86F3A109690B}"/>
          </ac:spMkLst>
        </pc:spChg>
        <pc:spChg chg="add mod topLvl">
          <ac:chgData name="박 창규" userId="fef3e9c2-3755-4c94-893d-f890b45660c5" providerId="ADAL" clId="{35C9DAEA-1B02-41B6-84D7-160CEEF4B2E7}" dt="2026-03-05T06:16:37.981" v="7863" actId="165"/>
          <ac:spMkLst>
            <pc:docMk/>
            <pc:sldMk cId="507205614" sldId="2147480452"/>
            <ac:spMk id="108" creationId="{8E4D8477-B60F-AB68-9E28-5FCEB068128E}"/>
          </ac:spMkLst>
        </pc:spChg>
        <pc:spChg chg="add mod topLvl">
          <ac:chgData name="박 창규" userId="fef3e9c2-3755-4c94-893d-f890b45660c5" providerId="ADAL" clId="{35C9DAEA-1B02-41B6-84D7-160CEEF4B2E7}" dt="2026-03-05T06:16:37.981" v="7863" actId="165"/>
          <ac:spMkLst>
            <pc:docMk/>
            <pc:sldMk cId="507205614" sldId="2147480452"/>
            <ac:spMk id="109" creationId="{E9DB5765-7577-1D98-AED4-05897FC65F52}"/>
          </ac:spMkLst>
        </pc:spChg>
        <pc:spChg chg="add mod topLvl">
          <ac:chgData name="박 창규" userId="fef3e9c2-3755-4c94-893d-f890b45660c5" providerId="ADAL" clId="{35C9DAEA-1B02-41B6-84D7-160CEEF4B2E7}" dt="2026-03-05T06:16:37.981" v="7863" actId="165"/>
          <ac:spMkLst>
            <pc:docMk/>
            <pc:sldMk cId="507205614" sldId="2147480452"/>
            <ac:spMk id="110" creationId="{FD0BC413-04AE-CC33-63A6-7CB07A95844C}"/>
          </ac:spMkLst>
        </pc:spChg>
        <pc:spChg chg="add mod">
          <ac:chgData name="박 창규" userId="fef3e9c2-3755-4c94-893d-f890b45660c5" providerId="ADAL" clId="{35C9DAEA-1B02-41B6-84D7-160CEEF4B2E7}" dt="2026-03-05T06:18:16.700" v="7897" actId="1035"/>
          <ac:spMkLst>
            <pc:docMk/>
            <pc:sldMk cId="507205614" sldId="2147480452"/>
            <ac:spMk id="115" creationId="{CDC6F4B8-3599-403F-D1C4-79D5F103AE8E}"/>
          </ac:spMkLst>
        </pc:spChg>
        <pc:spChg chg="mod topLvl">
          <ac:chgData name="박 창규" userId="fef3e9c2-3755-4c94-893d-f890b45660c5" providerId="ADAL" clId="{35C9DAEA-1B02-41B6-84D7-160CEEF4B2E7}" dt="2026-03-05T06:17:19.604" v="7876" actId="165"/>
          <ac:spMkLst>
            <pc:docMk/>
            <pc:sldMk cId="507205614" sldId="2147480452"/>
            <ac:spMk id="118" creationId="{D087F3C4-6BA9-3173-0923-320DAE86B1F9}"/>
          </ac:spMkLst>
        </pc:spChg>
        <pc:spChg chg="mod topLvl">
          <ac:chgData name="박 창규" userId="fef3e9c2-3755-4c94-893d-f890b45660c5" providerId="ADAL" clId="{35C9DAEA-1B02-41B6-84D7-160CEEF4B2E7}" dt="2026-03-05T06:17:19.604" v="7876" actId="165"/>
          <ac:spMkLst>
            <pc:docMk/>
            <pc:sldMk cId="507205614" sldId="2147480452"/>
            <ac:spMk id="119" creationId="{F56C9CFD-4D0B-2B3B-C2C1-24D109E9357A}"/>
          </ac:spMkLst>
        </pc:spChg>
        <pc:spChg chg="mod topLvl">
          <ac:chgData name="박 창규" userId="fef3e9c2-3755-4c94-893d-f890b45660c5" providerId="ADAL" clId="{35C9DAEA-1B02-41B6-84D7-160CEEF4B2E7}" dt="2026-03-05T06:18:19.510" v="7899" actId="1035"/>
          <ac:spMkLst>
            <pc:docMk/>
            <pc:sldMk cId="507205614" sldId="2147480452"/>
            <ac:spMk id="126" creationId="{E99658F7-0A26-1B54-6BD5-8FD0A6EF7E6C}"/>
          </ac:spMkLst>
        </pc:spChg>
        <pc:spChg chg="del mod">
          <ac:chgData name="박 창규" userId="fef3e9c2-3755-4c94-893d-f890b45660c5" providerId="ADAL" clId="{35C9DAEA-1B02-41B6-84D7-160CEEF4B2E7}" dt="2026-03-05T05:56:15.140" v="6398" actId="478"/>
          <ac:spMkLst>
            <pc:docMk/>
            <pc:sldMk cId="507205614" sldId="2147480452"/>
            <ac:spMk id="128" creationId="{3F364EE4-541B-CF9D-97CB-EC949147AC87}"/>
          </ac:spMkLst>
        </pc:spChg>
        <pc:spChg chg="mod">
          <ac:chgData name="박 창규" userId="fef3e9c2-3755-4c94-893d-f890b45660c5" providerId="ADAL" clId="{35C9DAEA-1B02-41B6-84D7-160CEEF4B2E7}" dt="2026-03-05T06:17:19.604" v="7876" actId="165"/>
          <ac:spMkLst>
            <pc:docMk/>
            <pc:sldMk cId="507205614" sldId="2147480452"/>
            <ac:spMk id="130" creationId="{923354BD-9213-A5D7-4E81-B22D239E1DAF}"/>
          </ac:spMkLst>
        </pc:spChg>
        <pc:spChg chg="mod">
          <ac:chgData name="박 창규" userId="fef3e9c2-3755-4c94-893d-f890b45660c5" providerId="ADAL" clId="{35C9DAEA-1B02-41B6-84D7-160CEEF4B2E7}" dt="2026-03-05T06:17:19.604" v="7876" actId="165"/>
          <ac:spMkLst>
            <pc:docMk/>
            <pc:sldMk cId="507205614" sldId="2147480452"/>
            <ac:spMk id="132" creationId="{C75D2A45-E0D7-ECAB-1B8F-3087CBD89878}"/>
          </ac:spMkLst>
        </pc:spChg>
        <pc:spChg chg="mod">
          <ac:chgData name="박 창규" userId="fef3e9c2-3755-4c94-893d-f890b45660c5" providerId="ADAL" clId="{35C9DAEA-1B02-41B6-84D7-160CEEF4B2E7}" dt="2026-03-05T06:17:19.604" v="7876" actId="165"/>
          <ac:spMkLst>
            <pc:docMk/>
            <pc:sldMk cId="507205614" sldId="2147480452"/>
            <ac:spMk id="134" creationId="{14EA285D-CF33-43D2-C7A7-B82B8D0F5076}"/>
          </ac:spMkLst>
        </pc:spChg>
        <pc:spChg chg="mod topLvl">
          <ac:chgData name="박 창규" userId="fef3e9c2-3755-4c94-893d-f890b45660c5" providerId="ADAL" clId="{35C9DAEA-1B02-41B6-84D7-160CEEF4B2E7}" dt="2026-03-05T06:17:24.452" v="7877" actId="165"/>
          <ac:spMkLst>
            <pc:docMk/>
            <pc:sldMk cId="507205614" sldId="2147480452"/>
            <ac:spMk id="135" creationId="{9BBDF2DD-AA1A-36BB-6A33-1B55C42AF8A9}"/>
          </ac:spMkLst>
        </pc:spChg>
        <pc:spChg chg="mod topLvl">
          <ac:chgData name="박 창규" userId="fef3e9c2-3755-4c94-893d-f890b45660c5" providerId="ADAL" clId="{35C9DAEA-1B02-41B6-84D7-160CEEF4B2E7}" dt="2026-03-05T06:17:24.452" v="7877" actId="165"/>
          <ac:spMkLst>
            <pc:docMk/>
            <pc:sldMk cId="507205614" sldId="2147480452"/>
            <ac:spMk id="136" creationId="{0B36EB86-FEFC-3F02-436A-6D34F7832DB8}"/>
          </ac:spMkLst>
        </pc:spChg>
        <pc:spChg chg="mod topLvl">
          <ac:chgData name="박 창규" userId="fef3e9c2-3755-4c94-893d-f890b45660c5" providerId="ADAL" clId="{35C9DAEA-1B02-41B6-84D7-160CEEF4B2E7}" dt="2026-03-05T06:17:24.452" v="7877" actId="165"/>
          <ac:spMkLst>
            <pc:docMk/>
            <pc:sldMk cId="507205614" sldId="2147480452"/>
            <ac:spMk id="137" creationId="{C60A2F97-BD0B-D6F4-265E-FF5AB16D7D23}"/>
          </ac:spMkLst>
        </pc:spChg>
        <pc:spChg chg="mod topLvl">
          <ac:chgData name="박 창규" userId="fef3e9c2-3755-4c94-893d-f890b45660c5" providerId="ADAL" clId="{35C9DAEA-1B02-41B6-84D7-160CEEF4B2E7}" dt="2026-03-05T06:17:24.452" v="7877" actId="165"/>
          <ac:spMkLst>
            <pc:docMk/>
            <pc:sldMk cId="507205614" sldId="2147480452"/>
            <ac:spMk id="138" creationId="{0E74F144-466D-348F-78CA-BE4B74D1F875}"/>
          </ac:spMkLst>
        </pc:spChg>
        <pc:spChg chg="mod">
          <ac:chgData name="박 창규" userId="fef3e9c2-3755-4c94-893d-f890b45660c5" providerId="ADAL" clId="{35C9DAEA-1B02-41B6-84D7-160CEEF4B2E7}" dt="2026-03-05T06:17:19.604" v="7876" actId="165"/>
          <ac:spMkLst>
            <pc:docMk/>
            <pc:sldMk cId="507205614" sldId="2147480452"/>
            <ac:spMk id="144" creationId="{FB425DC3-5A8C-BB0F-4E04-823B82EB282D}"/>
          </ac:spMkLst>
        </pc:spChg>
        <pc:spChg chg="add del mod topLvl">
          <ac:chgData name="박 창규" userId="fef3e9c2-3755-4c94-893d-f890b45660c5" providerId="ADAL" clId="{35C9DAEA-1B02-41B6-84D7-160CEEF4B2E7}" dt="2026-03-05T06:02:58.196" v="6622" actId="478"/>
          <ac:spMkLst>
            <pc:docMk/>
            <pc:sldMk cId="507205614" sldId="2147480452"/>
            <ac:spMk id="146" creationId="{27D6A283-0DC4-778E-3D79-AA786317F4E5}"/>
          </ac:spMkLst>
        </pc:spChg>
        <pc:spChg chg="add del mod topLvl">
          <ac:chgData name="박 창규" userId="fef3e9c2-3755-4c94-893d-f890b45660c5" providerId="ADAL" clId="{35C9DAEA-1B02-41B6-84D7-160CEEF4B2E7}" dt="2026-03-05T06:02:58.196" v="6622" actId="478"/>
          <ac:spMkLst>
            <pc:docMk/>
            <pc:sldMk cId="507205614" sldId="2147480452"/>
            <ac:spMk id="147" creationId="{EA4CF258-AFB8-AFB9-C338-ACBCA88F38AA}"/>
          </ac:spMkLst>
        </pc:spChg>
        <pc:spChg chg="add del mod topLvl">
          <ac:chgData name="박 창규" userId="fef3e9c2-3755-4c94-893d-f890b45660c5" providerId="ADAL" clId="{35C9DAEA-1B02-41B6-84D7-160CEEF4B2E7}" dt="2026-03-05T06:02:58.196" v="6622" actId="478"/>
          <ac:spMkLst>
            <pc:docMk/>
            <pc:sldMk cId="507205614" sldId="2147480452"/>
            <ac:spMk id="154" creationId="{7353CEAC-950F-2F1D-9373-EB0F038F6B20}"/>
          </ac:spMkLst>
        </pc:spChg>
        <pc:spChg chg="mod">
          <ac:chgData name="박 창규" userId="fef3e9c2-3755-4c94-893d-f890b45660c5" providerId="ADAL" clId="{35C9DAEA-1B02-41B6-84D7-160CEEF4B2E7}" dt="2026-03-05T06:01:53.361" v="6603" actId="113"/>
          <ac:spMkLst>
            <pc:docMk/>
            <pc:sldMk cId="507205614" sldId="2147480452"/>
            <ac:spMk id="156" creationId="{5882820A-9642-5630-268E-159768010E5D}"/>
          </ac:spMkLst>
        </pc:spChg>
        <pc:spChg chg="mod">
          <ac:chgData name="박 창규" userId="fef3e9c2-3755-4c94-893d-f890b45660c5" providerId="ADAL" clId="{35C9DAEA-1B02-41B6-84D7-160CEEF4B2E7}" dt="2026-03-05T05:56:54.315" v="6409" actId="165"/>
          <ac:spMkLst>
            <pc:docMk/>
            <pc:sldMk cId="507205614" sldId="2147480452"/>
            <ac:spMk id="160" creationId="{2B70037A-16FB-9EAF-1548-9DE366031A9A}"/>
          </ac:spMkLst>
        </pc:spChg>
        <pc:spChg chg="mod">
          <ac:chgData name="박 창규" userId="fef3e9c2-3755-4c94-893d-f890b45660c5" providerId="ADAL" clId="{35C9DAEA-1B02-41B6-84D7-160CEEF4B2E7}" dt="2026-03-05T06:01:53.361" v="6603" actId="113"/>
          <ac:spMkLst>
            <pc:docMk/>
            <pc:sldMk cId="507205614" sldId="2147480452"/>
            <ac:spMk id="162" creationId="{C63CD35B-4C1D-C463-C643-9DE94189FBE9}"/>
          </ac:spMkLst>
        </pc:spChg>
        <pc:spChg chg="mod">
          <ac:chgData name="박 창규" userId="fef3e9c2-3755-4c94-893d-f890b45660c5" providerId="ADAL" clId="{35C9DAEA-1B02-41B6-84D7-160CEEF4B2E7}" dt="2026-03-05T05:56:54.315" v="6409" actId="165"/>
          <ac:spMkLst>
            <pc:docMk/>
            <pc:sldMk cId="507205614" sldId="2147480452"/>
            <ac:spMk id="164" creationId="{B6A5265A-E30F-7891-BFD4-55F6B6861C60}"/>
          </ac:spMkLst>
        </pc:spChg>
        <pc:spChg chg="mod">
          <ac:chgData name="박 창규" userId="fef3e9c2-3755-4c94-893d-f890b45660c5" providerId="ADAL" clId="{35C9DAEA-1B02-41B6-84D7-160CEEF4B2E7}" dt="2026-03-05T05:56:54.315" v="6409" actId="165"/>
          <ac:spMkLst>
            <pc:docMk/>
            <pc:sldMk cId="507205614" sldId="2147480452"/>
            <ac:spMk id="165" creationId="{05EA3526-8A41-6573-3E0A-89E5C6968FF3}"/>
          </ac:spMkLst>
        </pc:spChg>
        <pc:spChg chg="mod">
          <ac:chgData name="박 창규" userId="fef3e9c2-3755-4c94-893d-f890b45660c5" providerId="ADAL" clId="{35C9DAEA-1B02-41B6-84D7-160CEEF4B2E7}" dt="2026-03-05T05:56:54.315" v="6409" actId="165"/>
          <ac:spMkLst>
            <pc:docMk/>
            <pc:sldMk cId="507205614" sldId="2147480452"/>
            <ac:spMk id="166" creationId="{8DB026D5-E95E-C893-721E-9E4E46A65A9F}"/>
          </ac:spMkLst>
        </pc:spChg>
        <pc:spChg chg="mod">
          <ac:chgData name="박 창규" userId="fef3e9c2-3755-4c94-893d-f890b45660c5" providerId="ADAL" clId="{35C9DAEA-1B02-41B6-84D7-160CEEF4B2E7}" dt="2026-03-05T05:56:54.315" v="6409" actId="165"/>
          <ac:spMkLst>
            <pc:docMk/>
            <pc:sldMk cId="507205614" sldId="2147480452"/>
            <ac:spMk id="172" creationId="{CF9C9A84-9C12-1001-028F-92E05B707978}"/>
          </ac:spMkLst>
        </pc:spChg>
        <pc:spChg chg="mod topLvl">
          <ac:chgData name="박 창규" userId="fef3e9c2-3755-4c94-893d-f890b45660c5" providerId="ADAL" clId="{35C9DAEA-1B02-41B6-84D7-160CEEF4B2E7}" dt="2026-03-05T06:17:41.890" v="7882" actId="1076"/>
          <ac:spMkLst>
            <pc:docMk/>
            <pc:sldMk cId="507205614" sldId="2147480452"/>
            <ac:spMk id="181" creationId="{2FEDD863-34E5-1C22-13FA-A9FD7CD6BAE1}"/>
          </ac:spMkLst>
        </pc:spChg>
        <pc:spChg chg="mod topLvl">
          <ac:chgData name="박 창규" userId="fef3e9c2-3755-4c94-893d-f890b45660c5" providerId="ADAL" clId="{35C9DAEA-1B02-41B6-84D7-160CEEF4B2E7}" dt="2026-03-05T06:05:26.089" v="6689" actId="555"/>
          <ac:spMkLst>
            <pc:docMk/>
            <pc:sldMk cId="507205614" sldId="2147480452"/>
            <ac:spMk id="182" creationId="{7B67BB7A-187D-122B-7C05-ABDE07E83CE4}"/>
          </ac:spMkLst>
        </pc:spChg>
        <pc:spChg chg="mod topLvl">
          <ac:chgData name="박 창규" userId="fef3e9c2-3755-4c94-893d-f890b45660c5" providerId="ADAL" clId="{35C9DAEA-1B02-41B6-84D7-160CEEF4B2E7}" dt="2026-03-05T06:18:36.524" v="7901" actId="207"/>
          <ac:spMkLst>
            <pc:docMk/>
            <pc:sldMk cId="507205614" sldId="2147480452"/>
            <ac:spMk id="189" creationId="{9E55AF63-632F-75B4-5835-7EF9E71ADFC5}"/>
          </ac:spMkLst>
        </pc:spChg>
        <pc:spChg chg="del mod">
          <ac:chgData name="박 창규" userId="fef3e9c2-3755-4c94-893d-f890b45660c5" providerId="ADAL" clId="{35C9DAEA-1B02-41B6-84D7-160CEEF4B2E7}" dt="2026-03-05T06:02:30.357" v="6612" actId="478"/>
          <ac:spMkLst>
            <pc:docMk/>
            <pc:sldMk cId="507205614" sldId="2147480452"/>
            <ac:spMk id="190" creationId="{5A12B527-545E-031A-B28A-6996791CA946}"/>
          </ac:spMkLst>
        </pc:spChg>
        <pc:spChg chg="del mod topLvl">
          <ac:chgData name="박 창규" userId="fef3e9c2-3755-4c94-893d-f890b45660c5" providerId="ADAL" clId="{35C9DAEA-1B02-41B6-84D7-160CEEF4B2E7}" dt="2026-03-05T06:02:30.357" v="6612" actId="478"/>
          <ac:spMkLst>
            <pc:docMk/>
            <pc:sldMk cId="507205614" sldId="2147480452"/>
            <ac:spMk id="191" creationId="{BA201756-635A-4186-DE79-B869D1907EEA}"/>
          </ac:spMkLst>
        </pc:spChg>
        <pc:spChg chg="del">
          <ac:chgData name="박 창규" userId="fef3e9c2-3755-4c94-893d-f890b45660c5" providerId="ADAL" clId="{35C9DAEA-1B02-41B6-84D7-160CEEF4B2E7}" dt="2026-03-05T06:00:10.812" v="6567" actId="478"/>
          <ac:spMkLst>
            <pc:docMk/>
            <pc:sldMk cId="507205614" sldId="2147480452"/>
            <ac:spMk id="197" creationId="{69256D0F-1244-676F-7368-7D0FA60787FE}"/>
          </ac:spMkLst>
        </pc:spChg>
        <pc:spChg chg="add del mod">
          <ac:chgData name="박 창규" userId="fef3e9c2-3755-4c94-893d-f890b45660c5" providerId="ADAL" clId="{35C9DAEA-1B02-41B6-84D7-160CEEF4B2E7}" dt="2026-03-05T06:02:30.357" v="6612" actId="478"/>
          <ac:spMkLst>
            <pc:docMk/>
            <pc:sldMk cId="507205614" sldId="2147480452"/>
            <ac:spMk id="198" creationId="{AFD16A06-EACE-CC00-4B1B-5E427A3A67D5}"/>
          </ac:spMkLst>
        </pc:spChg>
        <pc:spChg chg="add del mod topLvl">
          <ac:chgData name="박 창규" userId="fef3e9c2-3755-4c94-893d-f890b45660c5" providerId="ADAL" clId="{35C9DAEA-1B02-41B6-84D7-160CEEF4B2E7}" dt="2026-03-05T06:02:30.357" v="6612" actId="478"/>
          <ac:spMkLst>
            <pc:docMk/>
            <pc:sldMk cId="507205614" sldId="2147480452"/>
            <ac:spMk id="199" creationId="{E5E44617-94E2-813F-65CD-0D4774C505C5}"/>
          </ac:spMkLst>
        </pc:spChg>
        <pc:spChg chg="del">
          <ac:chgData name="박 창규" userId="fef3e9c2-3755-4c94-893d-f890b45660c5" providerId="ADAL" clId="{35C9DAEA-1B02-41B6-84D7-160CEEF4B2E7}" dt="2026-03-05T06:00:44.872" v="6574" actId="478"/>
          <ac:spMkLst>
            <pc:docMk/>
            <pc:sldMk cId="507205614" sldId="2147480452"/>
            <ac:spMk id="206" creationId="{3B47F322-E0C2-F7F0-5BD3-3AD32327491C}"/>
          </ac:spMkLst>
        </pc:spChg>
        <pc:spChg chg="mod">
          <ac:chgData name="박 창규" userId="fef3e9c2-3755-4c94-893d-f890b45660c5" providerId="ADAL" clId="{35C9DAEA-1B02-41B6-84D7-160CEEF4B2E7}" dt="2026-03-05T05:59:05.104" v="6554" actId="165"/>
          <ac:spMkLst>
            <pc:docMk/>
            <pc:sldMk cId="507205614" sldId="2147480452"/>
            <ac:spMk id="212" creationId="{56F60E8D-FECB-226B-B98B-91BB7EA48E78}"/>
          </ac:spMkLst>
        </pc:spChg>
        <pc:spChg chg="mod">
          <ac:chgData name="박 창규" userId="fef3e9c2-3755-4c94-893d-f890b45660c5" providerId="ADAL" clId="{35C9DAEA-1B02-41B6-84D7-160CEEF4B2E7}" dt="2026-03-05T05:59:05.104" v="6554" actId="165"/>
          <ac:spMkLst>
            <pc:docMk/>
            <pc:sldMk cId="507205614" sldId="2147480452"/>
            <ac:spMk id="217" creationId="{25C78063-9A66-2CCC-272C-01635BD387CC}"/>
          </ac:spMkLst>
        </pc:spChg>
        <pc:spChg chg="mod">
          <ac:chgData name="박 창규" userId="fef3e9c2-3755-4c94-893d-f890b45660c5" providerId="ADAL" clId="{35C9DAEA-1B02-41B6-84D7-160CEEF4B2E7}" dt="2026-03-05T06:00:40.900" v="6573" actId="113"/>
          <ac:spMkLst>
            <pc:docMk/>
            <pc:sldMk cId="507205614" sldId="2147480452"/>
            <ac:spMk id="224" creationId="{701371BB-C5E5-DFC4-CECF-2132C983EEED}"/>
          </ac:spMkLst>
        </pc:spChg>
        <pc:spChg chg="mod">
          <ac:chgData name="박 창규" userId="fef3e9c2-3755-4c94-893d-f890b45660c5" providerId="ADAL" clId="{35C9DAEA-1B02-41B6-84D7-160CEEF4B2E7}" dt="2026-03-05T05:59:05.104" v="6554" actId="165"/>
          <ac:spMkLst>
            <pc:docMk/>
            <pc:sldMk cId="507205614" sldId="2147480452"/>
            <ac:spMk id="226" creationId="{F47BDAA9-9B05-E9AC-1734-D13A9BC950C5}"/>
          </ac:spMkLst>
        </pc:spChg>
        <pc:spChg chg="mod">
          <ac:chgData name="박 창규" userId="fef3e9c2-3755-4c94-893d-f890b45660c5" providerId="ADAL" clId="{35C9DAEA-1B02-41B6-84D7-160CEEF4B2E7}" dt="2026-03-05T06:00:40.900" v="6573" actId="113"/>
          <ac:spMkLst>
            <pc:docMk/>
            <pc:sldMk cId="507205614" sldId="2147480452"/>
            <ac:spMk id="240" creationId="{E25A4ED7-0E4B-7A74-094A-2E512ED1F822}"/>
          </ac:spMkLst>
        </pc:spChg>
        <pc:spChg chg="mod">
          <ac:chgData name="박 창규" userId="fef3e9c2-3755-4c94-893d-f890b45660c5" providerId="ADAL" clId="{35C9DAEA-1B02-41B6-84D7-160CEEF4B2E7}" dt="2026-03-05T06:00:33.384" v="6572" actId="207"/>
          <ac:spMkLst>
            <pc:docMk/>
            <pc:sldMk cId="507205614" sldId="2147480452"/>
            <ac:spMk id="242" creationId="{47320205-F3E7-DE4D-2003-AAE9BBAF0343}"/>
          </ac:spMkLst>
        </pc:spChg>
        <pc:spChg chg="mod">
          <ac:chgData name="박 창규" userId="fef3e9c2-3755-4c94-893d-f890b45660c5" providerId="ADAL" clId="{35C9DAEA-1B02-41B6-84D7-160CEEF4B2E7}" dt="2026-03-05T06:00:33.384" v="6572" actId="207"/>
          <ac:spMkLst>
            <pc:docMk/>
            <pc:sldMk cId="507205614" sldId="2147480452"/>
            <ac:spMk id="244" creationId="{A9F13588-9859-0E00-395A-2CC992C9D113}"/>
          </ac:spMkLst>
        </pc:spChg>
        <pc:spChg chg="mod">
          <ac:chgData name="박 창규" userId="fef3e9c2-3755-4c94-893d-f890b45660c5" providerId="ADAL" clId="{35C9DAEA-1B02-41B6-84D7-160CEEF4B2E7}" dt="2026-03-05T06:00:33.384" v="6572" actId="207"/>
          <ac:spMkLst>
            <pc:docMk/>
            <pc:sldMk cId="507205614" sldId="2147480452"/>
            <ac:spMk id="246" creationId="{7FD4C50F-2FD2-3125-8256-898743A3267D}"/>
          </ac:spMkLst>
        </pc:spChg>
        <pc:spChg chg="mod">
          <ac:chgData name="박 창규" userId="fef3e9c2-3755-4c94-893d-f890b45660c5" providerId="ADAL" clId="{35C9DAEA-1B02-41B6-84D7-160CEEF4B2E7}" dt="2026-03-05T06:08:42.690" v="7226" actId="165"/>
          <ac:spMkLst>
            <pc:docMk/>
            <pc:sldMk cId="507205614" sldId="2147480452"/>
            <ac:spMk id="248" creationId="{D1BFEF81-6A41-956A-6557-A480436A8FA2}"/>
          </ac:spMkLst>
        </pc:spChg>
        <pc:spChg chg="mod topLvl">
          <ac:chgData name="박 창규" userId="fef3e9c2-3755-4c94-893d-f890b45660c5" providerId="ADAL" clId="{35C9DAEA-1B02-41B6-84D7-160CEEF4B2E7}" dt="2026-03-05T06:17:45.399" v="7884" actId="165"/>
          <ac:spMkLst>
            <pc:docMk/>
            <pc:sldMk cId="507205614" sldId="2147480452"/>
            <ac:spMk id="249" creationId="{EDA963AE-8CFB-55AB-1ED8-233A990E712D}"/>
          </ac:spMkLst>
        </pc:spChg>
        <pc:spChg chg="mod topLvl">
          <ac:chgData name="박 창규" userId="fef3e9c2-3755-4c94-893d-f890b45660c5" providerId="ADAL" clId="{35C9DAEA-1B02-41B6-84D7-160CEEF4B2E7}" dt="2026-03-05T06:17:45.399" v="7884" actId="165"/>
          <ac:spMkLst>
            <pc:docMk/>
            <pc:sldMk cId="507205614" sldId="2147480452"/>
            <ac:spMk id="250" creationId="{0A48901D-932E-2C34-1437-97B7ED6DA0B5}"/>
          </ac:spMkLst>
        </pc:spChg>
        <pc:spChg chg="mod topLvl">
          <ac:chgData name="박 창규" userId="fef3e9c2-3755-4c94-893d-f890b45660c5" providerId="ADAL" clId="{35C9DAEA-1B02-41B6-84D7-160CEEF4B2E7}" dt="2026-03-05T06:17:45.399" v="7884" actId="165"/>
          <ac:spMkLst>
            <pc:docMk/>
            <pc:sldMk cId="507205614" sldId="2147480452"/>
            <ac:spMk id="251" creationId="{C14DB23D-AF08-3568-5EC8-EE8FEC1AC414}"/>
          </ac:spMkLst>
        </pc:spChg>
        <pc:spChg chg="mod topLvl">
          <ac:chgData name="박 창규" userId="fef3e9c2-3755-4c94-893d-f890b45660c5" providerId="ADAL" clId="{35C9DAEA-1B02-41B6-84D7-160CEEF4B2E7}" dt="2026-03-05T06:17:45.399" v="7884" actId="165"/>
          <ac:spMkLst>
            <pc:docMk/>
            <pc:sldMk cId="507205614" sldId="2147480452"/>
            <ac:spMk id="252" creationId="{8D6A6CD8-EA2D-559D-A280-8CA812294840}"/>
          </ac:spMkLst>
        </pc:spChg>
        <pc:spChg chg="mod topLvl">
          <ac:chgData name="박 창규" userId="fef3e9c2-3755-4c94-893d-f890b45660c5" providerId="ADAL" clId="{35C9DAEA-1B02-41B6-84D7-160CEEF4B2E7}" dt="2026-03-05T06:12:49.804" v="7746" actId="113"/>
          <ac:spMkLst>
            <pc:docMk/>
            <pc:sldMk cId="507205614" sldId="2147480452"/>
            <ac:spMk id="258" creationId="{CFF295A4-9264-7A10-D34B-A9F218C69EC3}"/>
          </ac:spMkLst>
        </pc:spChg>
        <pc:spChg chg="mod">
          <ac:chgData name="박 창규" userId="fef3e9c2-3755-4c94-893d-f890b45660c5" providerId="ADAL" clId="{35C9DAEA-1B02-41B6-84D7-160CEEF4B2E7}" dt="2026-03-05T06:01:12.460" v="6585" actId="571"/>
          <ac:spMkLst>
            <pc:docMk/>
            <pc:sldMk cId="507205614" sldId="2147480452"/>
            <ac:spMk id="263" creationId="{D4AC89E6-A5C7-6851-CCB9-DA9F08FF7E38}"/>
          </ac:spMkLst>
        </pc:spChg>
        <pc:spChg chg="mod">
          <ac:chgData name="박 창규" userId="fef3e9c2-3755-4c94-893d-f890b45660c5" providerId="ADAL" clId="{35C9DAEA-1B02-41B6-84D7-160CEEF4B2E7}" dt="2026-03-05T06:01:12.269" v="6584" actId="571"/>
          <ac:spMkLst>
            <pc:docMk/>
            <pc:sldMk cId="507205614" sldId="2147480452"/>
            <ac:spMk id="266" creationId="{7230593C-3692-198C-E5A1-2B2E2FBCC00F}"/>
          </ac:spMkLst>
        </pc:spChg>
        <pc:spChg chg="mod">
          <ac:chgData name="박 창규" userId="fef3e9c2-3755-4c94-893d-f890b45660c5" providerId="ADAL" clId="{35C9DAEA-1B02-41B6-84D7-160CEEF4B2E7}" dt="2026-03-05T06:01:12.065" v="6583" actId="571"/>
          <ac:spMkLst>
            <pc:docMk/>
            <pc:sldMk cId="507205614" sldId="2147480452"/>
            <ac:spMk id="269" creationId="{F2BF69FB-27D1-0085-84FB-2987A19F2298}"/>
          </ac:spMkLst>
        </pc:spChg>
        <pc:spChg chg="mod">
          <ac:chgData name="박 창규" userId="fef3e9c2-3755-4c94-893d-f890b45660c5" providerId="ADAL" clId="{35C9DAEA-1B02-41B6-84D7-160CEEF4B2E7}" dt="2026-03-05T06:08:42.690" v="7226" actId="165"/>
          <ac:spMkLst>
            <pc:docMk/>
            <pc:sldMk cId="507205614" sldId="2147480452"/>
            <ac:spMk id="272" creationId="{1C5F72C9-DABD-FD12-4143-637167C53A19}"/>
          </ac:spMkLst>
        </pc:spChg>
        <pc:spChg chg="mod">
          <ac:chgData name="박 창규" userId="fef3e9c2-3755-4c94-893d-f890b45660c5" providerId="ADAL" clId="{35C9DAEA-1B02-41B6-84D7-160CEEF4B2E7}" dt="2026-03-05T06:08:42.690" v="7226" actId="165"/>
          <ac:spMkLst>
            <pc:docMk/>
            <pc:sldMk cId="507205614" sldId="2147480452"/>
            <ac:spMk id="275" creationId="{FA8AC7A2-F50E-0C7B-A197-D15623018028}"/>
          </ac:spMkLst>
        </pc:spChg>
        <pc:spChg chg="mod">
          <ac:chgData name="박 창규" userId="fef3e9c2-3755-4c94-893d-f890b45660c5" providerId="ADAL" clId="{35C9DAEA-1B02-41B6-84D7-160CEEF4B2E7}" dt="2026-03-05T06:08:42.690" v="7226" actId="165"/>
          <ac:spMkLst>
            <pc:docMk/>
            <pc:sldMk cId="507205614" sldId="2147480452"/>
            <ac:spMk id="278" creationId="{0B5C89DB-C489-1065-AF42-7FA23AE747EE}"/>
          </ac:spMkLst>
        </pc:spChg>
        <pc:spChg chg="mod">
          <ac:chgData name="박 창규" userId="fef3e9c2-3755-4c94-893d-f890b45660c5" providerId="ADAL" clId="{35C9DAEA-1B02-41B6-84D7-160CEEF4B2E7}" dt="2026-03-05T06:08:58.245" v="7230"/>
          <ac:spMkLst>
            <pc:docMk/>
            <pc:sldMk cId="507205614" sldId="2147480452"/>
            <ac:spMk id="282" creationId="{473738F0-2B49-B667-A500-67151B926EC5}"/>
          </ac:spMkLst>
        </pc:spChg>
        <pc:spChg chg="mod">
          <ac:chgData name="박 창규" userId="fef3e9c2-3755-4c94-893d-f890b45660c5" providerId="ADAL" clId="{35C9DAEA-1B02-41B6-84D7-160CEEF4B2E7}" dt="2026-03-05T06:09:02.285" v="7235" actId="20577"/>
          <ac:spMkLst>
            <pc:docMk/>
            <pc:sldMk cId="507205614" sldId="2147480452"/>
            <ac:spMk id="285" creationId="{674164DC-7435-6227-98A8-88F04C7C6790}"/>
          </ac:spMkLst>
        </pc:spChg>
        <pc:spChg chg="add mod">
          <ac:chgData name="박 창규" userId="fef3e9c2-3755-4c94-893d-f890b45660c5" providerId="ADAL" clId="{35C9DAEA-1B02-41B6-84D7-160CEEF4B2E7}" dt="2026-03-05T06:13:58.021" v="7787" actId="948"/>
          <ac:spMkLst>
            <pc:docMk/>
            <pc:sldMk cId="507205614" sldId="2147480452"/>
            <ac:spMk id="294" creationId="{83419E63-8166-29E5-EB33-53407C4B4D05}"/>
          </ac:spMkLst>
        </pc:spChg>
        <pc:spChg chg="add mod">
          <ac:chgData name="박 창규" userId="fef3e9c2-3755-4c94-893d-f890b45660c5" providerId="ADAL" clId="{35C9DAEA-1B02-41B6-84D7-160CEEF4B2E7}" dt="2026-03-05T06:08:38.104" v="7225" actId="20577"/>
          <ac:spMkLst>
            <pc:docMk/>
            <pc:sldMk cId="507205614" sldId="2147480452"/>
            <ac:spMk id="295" creationId="{68CA8AAE-1D2F-51F5-2D12-7367D7B43A61}"/>
          </ac:spMkLst>
        </pc:spChg>
        <pc:spChg chg="mod">
          <ac:chgData name="박 창규" userId="fef3e9c2-3755-4c94-893d-f890b45660c5" providerId="ADAL" clId="{35C9DAEA-1B02-41B6-84D7-160CEEF4B2E7}" dt="2026-03-05T06:08:45.817" v="7227" actId="571"/>
          <ac:spMkLst>
            <pc:docMk/>
            <pc:sldMk cId="507205614" sldId="2147480452"/>
            <ac:spMk id="302" creationId="{7685303E-61BC-7B92-2790-C02D3533D2E7}"/>
          </ac:spMkLst>
        </pc:spChg>
        <pc:spChg chg="mod">
          <ac:chgData name="박 창규" userId="fef3e9c2-3755-4c94-893d-f890b45660c5" providerId="ADAL" clId="{35C9DAEA-1B02-41B6-84D7-160CEEF4B2E7}" dt="2026-03-05T06:08:45.817" v="7227" actId="571"/>
          <ac:spMkLst>
            <pc:docMk/>
            <pc:sldMk cId="507205614" sldId="2147480452"/>
            <ac:spMk id="304" creationId="{54C8FEBF-E224-D026-5130-FCB9FA5FA50A}"/>
          </ac:spMkLst>
        </pc:spChg>
        <pc:spChg chg="mod">
          <ac:chgData name="박 창규" userId="fef3e9c2-3755-4c94-893d-f890b45660c5" providerId="ADAL" clId="{35C9DAEA-1B02-41B6-84D7-160CEEF4B2E7}" dt="2026-03-05T06:08:45.817" v="7227" actId="571"/>
          <ac:spMkLst>
            <pc:docMk/>
            <pc:sldMk cId="507205614" sldId="2147480452"/>
            <ac:spMk id="306" creationId="{2CE13282-317B-2982-4745-B38AA993661B}"/>
          </ac:spMkLst>
        </pc:spChg>
        <pc:spChg chg="mod">
          <ac:chgData name="박 창규" userId="fef3e9c2-3755-4c94-893d-f890b45660c5" providerId="ADAL" clId="{35C9DAEA-1B02-41B6-84D7-160CEEF4B2E7}" dt="2026-03-05T06:08:45.817" v="7227" actId="571"/>
          <ac:spMkLst>
            <pc:docMk/>
            <pc:sldMk cId="507205614" sldId="2147480452"/>
            <ac:spMk id="308" creationId="{B7CBE21F-6FDC-87C9-E0F9-6FCAAECE3D89}"/>
          </ac:spMkLst>
        </pc:spChg>
        <pc:spChg chg="mod">
          <ac:chgData name="박 창규" userId="fef3e9c2-3755-4c94-893d-f890b45660c5" providerId="ADAL" clId="{35C9DAEA-1B02-41B6-84D7-160CEEF4B2E7}" dt="2026-03-05T06:08:47.133" v="7228" actId="571"/>
          <ac:spMkLst>
            <pc:docMk/>
            <pc:sldMk cId="507205614" sldId="2147480452"/>
            <ac:spMk id="315" creationId="{3081B992-F717-A5FA-A644-041CE27B5751}"/>
          </ac:spMkLst>
        </pc:spChg>
        <pc:spChg chg="mod">
          <ac:chgData name="박 창규" userId="fef3e9c2-3755-4c94-893d-f890b45660c5" providerId="ADAL" clId="{35C9DAEA-1B02-41B6-84D7-160CEEF4B2E7}" dt="2026-03-05T06:08:47.133" v="7228" actId="571"/>
          <ac:spMkLst>
            <pc:docMk/>
            <pc:sldMk cId="507205614" sldId="2147480452"/>
            <ac:spMk id="317" creationId="{053D6BAB-305C-37AF-CC92-7E6E32792E3D}"/>
          </ac:spMkLst>
        </pc:spChg>
        <pc:spChg chg="mod">
          <ac:chgData name="박 창규" userId="fef3e9c2-3755-4c94-893d-f890b45660c5" providerId="ADAL" clId="{35C9DAEA-1B02-41B6-84D7-160CEEF4B2E7}" dt="2026-03-05T06:08:47.133" v="7228" actId="571"/>
          <ac:spMkLst>
            <pc:docMk/>
            <pc:sldMk cId="507205614" sldId="2147480452"/>
            <ac:spMk id="319" creationId="{D126F861-C926-75AB-12ED-982F465BF81F}"/>
          </ac:spMkLst>
        </pc:spChg>
        <pc:spChg chg="mod">
          <ac:chgData name="박 창규" userId="fef3e9c2-3755-4c94-893d-f890b45660c5" providerId="ADAL" clId="{35C9DAEA-1B02-41B6-84D7-160CEEF4B2E7}" dt="2026-03-05T06:08:47.133" v="7228" actId="571"/>
          <ac:spMkLst>
            <pc:docMk/>
            <pc:sldMk cId="507205614" sldId="2147480452"/>
            <ac:spMk id="321" creationId="{B9A93BE3-2170-B3FA-5EBF-C00940C37532}"/>
          </ac:spMkLst>
        </pc:spChg>
        <pc:spChg chg="add mod">
          <ac:chgData name="박 창규" userId="fef3e9c2-3755-4c94-893d-f890b45660c5" providerId="ADAL" clId="{35C9DAEA-1B02-41B6-84D7-160CEEF4B2E7}" dt="2026-03-05T06:13:45.865" v="7786" actId="1035"/>
          <ac:spMkLst>
            <pc:docMk/>
            <pc:sldMk cId="507205614" sldId="2147480452"/>
            <ac:spMk id="323" creationId="{944F2162-337F-24A3-E78D-637EFE80F3E5}"/>
          </ac:spMkLst>
        </pc:spChg>
        <pc:spChg chg="add mod">
          <ac:chgData name="박 창규" userId="fef3e9c2-3755-4c94-893d-f890b45660c5" providerId="ADAL" clId="{35C9DAEA-1B02-41B6-84D7-160CEEF4B2E7}" dt="2026-03-05T06:14:46.309" v="7803" actId="1076"/>
          <ac:spMkLst>
            <pc:docMk/>
            <pc:sldMk cId="507205614" sldId="2147480452"/>
            <ac:spMk id="324" creationId="{B9941140-A59D-C4FB-FE61-644A82EA75F5}"/>
          </ac:spMkLst>
        </pc:spChg>
        <pc:spChg chg="add del mod">
          <ac:chgData name="박 창규" userId="fef3e9c2-3755-4c94-893d-f890b45660c5" providerId="ADAL" clId="{35C9DAEA-1B02-41B6-84D7-160CEEF4B2E7}" dt="2026-03-05T06:17:15.097" v="7875" actId="478"/>
          <ac:spMkLst>
            <pc:docMk/>
            <pc:sldMk cId="507205614" sldId="2147480452"/>
            <ac:spMk id="330" creationId="{ED6D2448-D988-11B4-AAED-3466695ECDC2}"/>
          </ac:spMkLst>
        </pc:spChg>
        <pc:grpChg chg="add mod">
          <ac:chgData name="박 창규" userId="fef3e9c2-3755-4c94-893d-f890b45660c5" providerId="ADAL" clId="{35C9DAEA-1B02-41B6-84D7-160CEEF4B2E7}" dt="2026-03-05T06:06:54.832" v="7066" actId="552"/>
          <ac:grpSpMkLst>
            <pc:docMk/>
            <pc:sldMk cId="507205614" sldId="2147480452"/>
            <ac:grpSpMk id="4" creationId="{E66C26A6-A134-7DED-137E-26185960A717}"/>
          </ac:grpSpMkLst>
        </pc:grpChg>
        <pc:grpChg chg="add mod">
          <ac:chgData name="박 창규" userId="fef3e9c2-3755-4c94-893d-f890b45660c5" providerId="ADAL" clId="{35C9DAEA-1B02-41B6-84D7-160CEEF4B2E7}" dt="2026-03-05T06:08:16.803" v="7172" actId="12788"/>
          <ac:grpSpMkLst>
            <pc:docMk/>
            <pc:sldMk cId="507205614" sldId="2147480452"/>
            <ac:grpSpMk id="7" creationId="{ED7C8FF2-F04E-8D86-0E41-BD0E4C81B51D}"/>
          </ac:grpSpMkLst>
        </pc:grpChg>
        <pc:grpChg chg="del mod">
          <ac:chgData name="박 창규" userId="fef3e9c2-3755-4c94-893d-f890b45660c5" providerId="ADAL" clId="{35C9DAEA-1B02-41B6-84D7-160CEEF4B2E7}" dt="2026-03-05T05:29:13.981" v="5724" actId="165"/>
          <ac:grpSpMkLst>
            <pc:docMk/>
            <pc:sldMk cId="507205614" sldId="2147480452"/>
            <ac:grpSpMk id="23" creationId="{E7611A7B-6F93-05F6-6ACC-500AE3434607}"/>
          </ac:grpSpMkLst>
        </pc:grpChg>
        <pc:grpChg chg="del mod">
          <ac:chgData name="박 창규" userId="fef3e9c2-3755-4c94-893d-f890b45660c5" providerId="ADAL" clId="{35C9DAEA-1B02-41B6-84D7-160CEEF4B2E7}" dt="2026-03-05T05:28:13.793" v="5707" actId="165"/>
          <ac:grpSpMkLst>
            <pc:docMk/>
            <pc:sldMk cId="507205614" sldId="2147480452"/>
            <ac:grpSpMk id="26" creationId="{CA9DE1E5-0EAB-7684-0C22-D91940B4F182}"/>
          </ac:grpSpMkLst>
        </pc:grpChg>
        <pc:grpChg chg="del">
          <ac:chgData name="박 창규" userId="fef3e9c2-3755-4c94-893d-f890b45660c5" providerId="ADAL" clId="{35C9DAEA-1B02-41B6-84D7-160CEEF4B2E7}" dt="2026-03-05T05:28:12.028" v="5706" actId="478"/>
          <ac:grpSpMkLst>
            <pc:docMk/>
            <pc:sldMk cId="507205614" sldId="2147480452"/>
            <ac:grpSpMk id="30" creationId="{5AFD5349-D997-614E-39C6-0B89BEA48A0C}"/>
          </ac:grpSpMkLst>
        </pc:grpChg>
        <pc:grpChg chg="del">
          <ac:chgData name="박 창규" userId="fef3e9c2-3755-4c94-893d-f890b45660c5" providerId="ADAL" clId="{35C9DAEA-1B02-41B6-84D7-160CEEF4B2E7}" dt="2026-03-05T05:28:09.591" v="5705" actId="478"/>
          <ac:grpSpMkLst>
            <pc:docMk/>
            <pc:sldMk cId="507205614" sldId="2147480452"/>
            <ac:grpSpMk id="34" creationId="{F643C878-4BA8-22C3-5B57-576620090E4F}"/>
          </ac:grpSpMkLst>
        </pc:grpChg>
        <pc:grpChg chg="del mod">
          <ac:chgData name="박 창규" userId="fef3e9c2-3755-4c94-893d-f890b45660c5" providerId="ADAL" clId="{35C9DAEA-1B02-41B6-84D7-160CEEF4B2E7}" dt="2026-03-05T05:28:21.840" v="5710" actId="478"/>
          <ac:grpSpMkLst>
            <pc:docMk/>
            <pc:sldMk cId="507205614" sldId="2147480452"/>
            <ac:grpSpMk id="39" creationId="{50BE4195-8554-2EDA-8795-52D563E3C804}"/>
          </ac:grpSpMkLst>
        </pc:grpChg>
        <pc:grpChg chg="add del mod ord">
          <ac:chgData name="박 창규" userId="fef3e9c2-3755-4c94-893d-f890b45660c5" providerId="ADAL" clId="{35C9DAEA-1B02-41B6-84D7-160CEEF4B2E7}" dt="2026-03-05T05:40:23.458" v="6020" actId="478"/>
          <ac:grpSpMkLst>
            <pc:docMk/>
            <pc:sldMk cId="507205614" sldId="2147480452"/>
            <ac:grpSpMk id="56" creationId="{CEA88500-C9A5-D3A6-0107-C11A67942559}"/>
          </ac:grpSpMkLst>
        </pc:grpChg>
        <pc:grpChg chg="add del mod">
          <ac:chgData name="박 창규" userId="fef3e9c2-3755-4c94-893d-f890b45660c5" providerId="ADAL" clId="{35C9DAEA-1B02-41B6-84D7-160CEEF4B2E7}" dt="2026-03-05T05:34:03.917" v="5874" actId="478"/>
          <ac:grpSpMkLst>
            <pc:docMk/>
            <pc:sldMk cId="507205614" sldId="2147480452"/>
            <ac:grpSpMk id="59" creationId="{2A9D3205-AB34-4040-7E80-15C8D0A3B2E9}"/>
          </ac:grpSpMkLst>
        </pc:grpChg>
        <pc:grpChg chg="add del mod">
          <ac:chgData name="박 창규" userId="fef3e9c2-3755-4c94-893d-f890b45660c5" providerId="ADAL" clId="{35C9DAEA-1B02-41B6-84D7-160CEEF4B2E7}" dt="2026-03-05T05:44:59.806" v="6046" actId="478"/>
          <ac:grpSpMkLst>
            <pc:docMk/>
            <pc:sldMk cId="507205614" sldId="2147480452"/>
            <ac:grpSpMk id="60" creationId="{8FCAA114-F679-97CA-6949-7915FC4CDBC2}"/>
          </ac:grpSpMkLst>
        </pc:grpChg>
        <pc:grpChg chg="add mod topLvl">
          <ac:chgData name="박 창규" userId="fef3e9c2-3755-4c94-893d-f890b45660c5" providerId="ADAL" clId="{35C9DAEA-1B02-41B6-84D7-160CEEF4B2E7}" dt="2026-03-05T06:05:03.847" v="6678" actId="164"/>
          <ac:grpSpMkLst>
            <pc:docMk/>
            <pc:sldMk cId="507205614" sldId="2147480452"/>
            <ac:grpSpMk id="90" creationId="{F602FAB2-EC2A-F82D-479B-7AE7A3F0E14C}"/>
          </ac:grpSpMkLst>
        </pc:grpChg>
        <pc:grpChg chg="add del mod">
          <ac:chgData name="박 창규" userId="fef3e9c2-3755-4c94-893d-f890b45660c5" providerId="ADAL" clId="{35C9DAEA-1B02-41B6-84D7-160CEEF4B2E7}" dt="2026-03-05T05:48:10.140" v="6177" actId="165"/>
          <ac:grpSpMkLst>
            <pc:docMk/>
            <pc:sldMk cId="507205614" sldId="2147480452"/>
            <ac:grpSpMk id="91" creationId="{88F44AFD-4FD7-DE39-B71E-5B22222A7F14}"/>
          </ac:grpSpMkLst>
        </pc:grpChg>
        <pc:grpChg chg="add del mod">
          <ac:chgData name="박 창규" userId="fef3e9c2-3755-4c94-893d-f890b45660c5" providerId="ADAL" clId="{35C9DAEA-1B02-41B6-84D7-160CEEF4B2E7}" dt="2026-03-05T05:51:07.641" v="6247" actId="165"/>
          <ac:grpSpMkLst>
            <pc:docMk/>
            <pc:sldMk cId="507205614" sldId="2147480452"/>
            <ac:grpSpMk id="92" creationId="{B6183229-07B0-131E-B29D-D166F4EEBB40}"/>
          </ac:grpSpMkLst>
        </pc:grpChg>
        <pc:grpChg chg="add del mod">
          <ac:chgData name="박 창규" userId="fef3e9c2-3755-4c94-893d-f890b45660c5" providerId="ADAL" clId="{35C9DAEA-1B02-41B6-84D7-160CEEF4B2E7}" dt="2026-03-05T05:50:32.353" v="6237" actId="165"/>
          <ac:grpSpMkLst>
            <pc:docMk/>
            <pc:sldMk cId="507205614" sldId="2147480452"/>
            <ac:grpSpMk id="93" creationId="{BB277D1D-A169-1261-32B8-A2627F4A8878}"/>
          </ac:grpSpMkLst>
        </pc:grpChg>
        <pc:grpChg chg="add del mod">
          <ac:chgData name="박 창규" userId="fef3e9c2-3755-4c94-893d-f890b45660c5" providerId="ADAL" clId="{35C9DAEA-1B02-41B6-84D7-160CEEF4B2E7}" dt="2026-03-05T06:16:41.228" v="7864" actId="165"/>
          <ac:grpSpMkLst>
            <pc:docMk/>
            <pc:sldMk cId="507205614" sldId="2147480452"/>
            <ac:grpSpMk id="98" creationId="{3E44E2A4-5025-8DED-D7BF-BCD9365BB202}"/>
          </ac:grpSpMkLst>
        </pc:grpChg>
        <pc:grpChg chg="add mod">
          <ac:chgData name="박 창규" userId="fef3e9c2-3755-4c94-893d-f890b45660c5" providerId="ADAL" clId="{35C9DAEA-1B02-41B6-84D7-160CEEF4B2E7}" dt="2026-03-05T06:05:03.847" v="6678" actId="164"/>
          <ac:grpSpMkLst>
            <pc:docMk/>
            <pc:sldMk cId="507205614" sldId="2147480452"/>
            <ac:grpSpMk id="111" creationId="{07D35785-B2BC-4FDC-90AA-0028BD9EBC9A}"/>
          </ac:grpSpMkLst>
        </pc:grpChg>
        <pc:grpChg chg="add mod">
          <ac:chgData name="박 창규" userId="fef3e9c2-3755-4c94-893d-f890b45660c5" providerId="ADAL" clId="{35C9DAEA-1B02-41B6-84D7-160CEEF4B2E7}" dt="2026-03-05T06:05:03.847" v="6678" actId="164"/>
          <ac:grpSpMkLst>
            <pc:docMk/>
            <pc:sldMk cId="507205614" sldId="2147480452"/>
            <ac:grpSpMk id="112" creationId="{2991E6B0-F11A-163C-AA8C-091E36CD3789}"/>
          </ac:grpSpMkLst>
        </pc:grpChg>
        <pc:grpChg chg="add mod">
          <ac:chgData name="박 창규" userId="fef3e9c2-3755-4c94-893d-f890b45660c5" providerId="ADAL" clId="{35C9DAEA-1B02-41B6-84D7-160CEEF4B2E7}" dt="2026-03-05T06:05:03.847" v="6678" actId="164"/>
          <ac:grpSpMkLst>
            <pc:docMk/>
            <pc:sldMk cId="507205614" sldId="2147480452"/>
            <ac:grpSpMk id="113" creationId="{1C2E4F45-F3A9-1C0C-63A6-A6009559DB2B}"/>
          </ac:grpSpMkLst>
        </pc:grpChg>
        <pc:grpChg chg="add mod">
          <ac:chgData name="박 창규" userId="fef3e9c2-3755-4c94-893d-f890b45660c5" providerId="ADAL" clId="{35C9DAEA-1B02-41B6-84D7-160CEEF4B2E7}" dt="2026-03-05T06:05:03.847" v="6678" actId="164"/>
          <ac:grpSpMkLst>
            <pc:docMk/>
            <pc:sldMk cId="507205614" sldId="2147480452"/>
            <ac:grpSpMk id="114" creationId="{CC1D6031-F9AB-11A3-8767-EC96E7E7A995}"/>
          </ac:grpSpMkLst>
        </pc:grpChg>
        <pc:grpChg chg="add mod">
          <ac:chgData name="박 창규" userId="fef3e9c2-3755-4c94-893d-f890b45660c5" providerId="ADAL" clId="{35C9DAEA-1B02-41B6-84D7-160CEEF4B2E7}" dt="2026-03-05T05:55:38.336" v="6382" actId="164"/>
          <ac:grpSpMkLst>
            <pc:docMk/>
            <pc:sldMk cId="507205614" sldId="2147480452"/>
            <ac:grpSpMk id="116" creationId="{8ACFC55F-7211-BDA3-4663-A4DE55909D8A}"/>
          </ac:grpSpMkLst>
        </pc:grpChg>
        <pc:grpChg chg="mod">
          <ac:chgData name="박 창규" userId="fef3e9c2-3755-4c94-893d-f890b45660c5" providerId="ADAL" clId="{35C9DAEA-1B02-41B6-84D7-160CEEF4B2E7}" dt="2026-03-05T05:55:47.333" v="6388" actId="465"/>
          <ac:grpSpMkLst>
            <pc:docMk/>
            <pc:sldMk cId="507205614" sldId="2147480452"/>
            <ac:grpSpMk id="117" creationId="{9BD3504A-0111-37D8-C871-638BCD0F3209}"/>
          </ac:grpSpMkLst>
        </pc:grpChg>
        <pc:grpChg chg="mod">
          <ac:chgData name="박 창규" userId="fef3e9c2-3755-4c94-893d-f890b45660c5" providerId="ADAL" clId="{35C9DAEA-1B02-41B6-84D7-160CEEF4B2E7}" dt="2026-03-05T06:05:02.214" v="6677" actId="164"/>
          <ac:grpSpMkLst>
            <pc:docMk/>
            <pc:sldMk cId="507205614" sldId="2147480452"/>
            <ac:grpSpMk id="120" creationId="{175C8728-5A1E-56AC-653D-50EFBC081475}"/>
          </ac:grpSpMkLst>
        </pc:grpChg>
        <pc:grpChg chg="del mod">
          <ac:chgData name="박 창규" userId="fef3e9c2-3755-4c94-893d-f890b45660c5" providerId="ADAL" clId="{35C9DAEA-1B02-41B6-84D7-160CEEF4B2E7}" dt="2026-03-05T06:17:24.452" v="7877" actId="165"/>
          <ac:grpSpMkLst>
            <pc:docMk/>
            <pc:sldMk cId="507205614" sldId="2147480452"/>
            <ac:grpSpMk id="121" creationId="{4B4E94E0-F65D-E3A5-5682-9ABD5BB97FC5}"/>
          </ac:grpSpMkLst>
        </pc:grpChg>
        <pc:grpChg chg="mod">
          <ac:chgData name="박 창규" userId="fef3e9c2-3755-4c94-893d-f890b45660c5" providerId="ADAL" clId="{35C9DAEA-1B02-41B6-84D7-160CEEF4B2E7}" dt="2026-03-05T06:05:02.214" v="6677" actId="164"/>
          <ac:grpSpMkLst>
            <pc:docMk/>
            <pc:sldMk cId="507205614" sldId="2147480452"/>
            <ac:grpSpMk id="122" creationId="{C57EF45E-FDC3-F360-704E-D9843B07648D}"/>
          </ac:grpSpMkLst>
        </pc:grpChg>
        <pc:grpChg chg="mod">
          <ac:chgData name="박 창규" userId="fef3e9c2-3755-4c94-893d-f890b45660c5" providerId="ADAL" clId="{35C9DAEA-1B02-41B6-84D7-160CEEF4B2E7}" dt="2026-03-05T06:05:02.214" v="6677" actId="164"/>
          <ac:grpSpMkLst>
            <pc:docMk/>
            <pc:sldMk cId="507205614" sldId="2147480452"/>
            <ac:grpSpMk id="123" creationId="{A91BEA6D-DD43-FFD6-0FFB-E26D357A89C9}"/>
          </ac:grpSpMkLst>
        </pc:grpChg>
        <pc:grpChg chg="mod">
          <ac:chgData name="박 창규" userId="fef3e9c2-3755-4c94-893d-f890b45660c5" providerId="ADAL" clId="{35C9DAEA-1B02-41B6-84D7-160CEEF4B2E7}" dt="2026-03-05T06:05:02.214" v="6677" actId="164"/>
          <ac:grpSpMkLst>
            <pc:docMk/>
            <pc:sldMk cId="507205614" sldId="2147480452"/>
            <ac:grpSpMk id="124" creationId="{FBB2839A-1DCB-3A24-DB4A-ACB2B7839A3E}"/>
          </ac:grpSpMkLst>
        </pc:grpChg>
        <pc:grpChg chg="del">
          <ac:chgData name="박 창규" userId="fef3e9c2-3755-4c94-893d-f890b45660c5" providerId="ADAL" clId="{35C9DAEA-1B02-41B6-84D7-160CEEF4B2E7}" dt="2026-03-05T05:56:15.140" v="6398" actId="478"/>
          <ac:grpSpMkLst>
            <pc:docMk/>
            <pc:sldMk cId="507205614" sldId="2147480452"/>
            <ac:grpSpMk id="125" creationId="{DC212E0F-DF65-1BE6-7D86-F125A039211A}"/>
          </ac:grpSpMkLst>
        </pc:grpChg>
        <pc:grpChg chg="mod">
          <ac:chgData name="박 창규" userId="fef3e9c2-3755-4c94-893d-f890b45660c5" providerId="ADAL" clId="{35C9DAEA-1B02-41B6-84D7-160CEEF4B2E7}" dt="2026-03-05T05:55:44.922" v="6387" actId="1035"/>
          <ac:grpSpMkLst>
            <pc:docMk/>
            <pc:sldMk cId="507205614" sldId="2147480452"/>
            <ac:grpSpMk id="145" creationId="{F66A5D4B-8D37-D68F-E7BA-C8A9489CD41F}"/>
          </ac:grpSpMkLst>
        </pc:grpChg>
        <pc:grpChg chg="del">
          <ac:chgData name="박 창규" userId="fef3e9c2-3755-4c94-893d-f890b45660c5" providerId="ADAL" clId="{35C9DAEA-1B02-41B6-84D7-160CEEF4B2E7}" dt="2026-03-05T06:02:58.196" v="6622" actId="478"/>
          <ac:grpSpMkLst>
            <pc:docMk/>
            <pc:sldMk cId="507205614" sldId="2147480452"/>
            <ac:grpSpMk id="148" creationId="{BCEAECFB-7E49-0D78-98DE-CDE2DFCEC180}"/>
          </ac:grpSpMkLst>
        </pc:grpChg>
        <pc:grpChg chg="add del">
          <ac:chgData name="박 창규" userId="fef3e9c2-3755-4c94-893d-f890b45660c5" providerId="ADAL" clId="{35C9DAEA-1B02-41B6-84D7-160CEEF4B2E7}" dt="2026-03-05T06:02:58.196" v="6622" actId="478"/>
          <ac:grpSpMkLst>
            <pc:docMk/>
            <pc:sldMk cId="507205614" sldId="2147480452"/>
            <ac:grpSpMk id="149" creationId="{A3A19D6C-B2D9-28DE-50FD-530B03B45F4C}"/>
          </ac:grpSpMkLst>
        </pc:grpChg>
        <pc:grpChg chg="add del mod">
          <ac:chgData name="박 창규" userId="fef3e9c2-3755-4c94-893d-f890b45660c5" providerId="ADAL" clId="{35C9DAEA-1B02-41B6-84D7-160CEEF4B2E7}" dt="2026-03-05T06:02:58.196" v="6622" actId="478"/>
          <ac:grpSpMkLst>
            <pc:docMk/>
            <pc:sldMk cId="507205614" sldId="2147480452"/>
            <ac:grpSpMk id="150" creationId="{15CEC700-0A69-CCB8-6E54-A7CB477BBC00}"/>
          </ac:grpSpMkLst>
        </pc:grpChg>
        <pc:grpChg chg="del mod">
          <ac:chgData name="박 창규" userId="fef3e9c2-3755-4c94-893d-f890b45660c5" providerId="ADAL" clId="{35C9DAEA-1B02-41B6-84D7-160CEEF4B2E7}" dt="2026-03-05T06:02:58.196" v="6622" actId="478"/>
          <ac:grpSpMkLst>
            <pc:docMk/>
            <pc:sldMk cId="507205614" sldId="2147480452"/>
            <ac:grpSpMk id="151" creationId="{A397D246-6F64-8492-7C83-23D1B59C4B08}"/>
          </ac:grpSpMkLst>
        </pc:grpChg>
        <pc:grpChg chg="add del mod">
          <ac:chgData name="박 창규" userId="fef3e9c2-3755-4c94-893d-f890b45660c5" providerId="ADAL" clId="{35C9DAEA-1B02-41B6-84D7-160CEEF4B2E7}" dt="2026-03-05T06:02:58.196" v="6622" actId="478"/>
          <ac:grpSpMkLst>
            <pc:docMk/>
            <pc:sldMk cId="507205614" sldId="2147480452"/>
            <ac:grpSpMk id="152" creationId="{69FC6997-6FB9-AA7C-B7C7-3EA9DA06EC90}"/>
          </ac:grpSpMkLst>
        </pc:grpChg>
        <pc:grpChg chg="add del mod">
          <ac:chgData name="박 창규" userId="fef3e9c2-3755-4c94-893d-f890b45660c5" providerId="ADAL" clId="{35C9DAEA-1B02-41B6-84D7-160CEEF4B2E7}" dt="2026-03-05T06:02:58.196" v="6622" actId="478"/>
          <ac:grpSpMkLst>
            <pc:docMk/>
            <pc:sldMk cId="507205614" sldId="2147480452"/>
            <ac:grpSpMk id="153" creationId="{7458E713-E473-ED48-485F-A24B0AC9F929}"/>
          </ac:grpSpMkLst>
        </pc:grpChg>
        <pc:grpChg chg="add mod">
          <ac:chgData name="박 창규" userId="fef3e9c2-3755-4c94-893d-f890b45660c5" providerId="ADAL" clId="{35C9DAEA-1B02-41B6-84D7-160CEEF4B2E7}" dt="2026-03-05T05:58:46.759" v="6550" actId="164"/>
          <ac:grpSpMkLst>
            <pc:docMk/>
            <pc:sldMk cId="507205614" sldId="2147480452"/>
            <ac:grpSpMk id="179" creationId="{57E0ADCE-B572-4A1D-6BA2-B8BBE9CD3C0C}"/>
          </ac:grpSpMkLst>
        </pc:grpChg>
        <pc:grpChg chg="mod">
          <ac:chgData name="박 창규" userId="fef3e9c2-3755-4c94-893d-f890b45660c5" providerId="ADAL" clId="{35C9DAEA-1B02-41B6-84D7-160CEEF4B2E7}" dt="2026-03-05T05:58:54.880" v="6552" actId="553"/>
          <ac:grpSpMkLst>
            <pc:docMk/>
            <pc:sldMk cId="507205614" sldId="2147480452"/>
            <ac:grpSpMk id="180" creationId="{D836CFC5-87D0-A401-239C-A209BE981D6A}"/>
          </ac:grpSpMkLst>
        </pc:grpChg>
        <pc:grpChg chg="del mod">
          <ac:chgData name="박 창규" userId="fef3e9c2-3755-4c94-893d-f890b45660c5" providerId="ADAL" clId="{35C9DAEA-1B02-41B6-84D7-160CEEF4B2E7}" dt="2026-03-05T06:08:53.499" v="7229" actId="478"/>
          <ac:grpSpMkLst>
            <pc:docMk/>
            <pc:sldMk cId="507205614" sldId="2147480452"/>
            <ac:grpSpMk id="183" creationId="{082D50E3-7D1E-FF4E-61FB-E5BFF37EE903}"/>
          </ac:grpSpMkLst>
        </pc:grpChg>
        <pc:grpChg chg="del mod topLvl">
          <ac:chgData name="박 창규" userId="fef3e9c2-3755-4c94-893d-f890b45660c5" providerId="ADAL" clId="{35C9DAEA-1B02-41B6-84D7-160CEEF4B2E7}" dt="2026-03-05T06:17:45.399" v="7884" actId="165"/>
          <ac:grpSpMkLst>
            <pc:docMk/>
            <pc:sldMk cId="507205614" sldId="2147480452"/>
            <ac:grpSpMk id="184" creationId="{82CFAD90-B55C-6BC7-E6D6-5564B041F50D}"/>
          </ac:grpSpMkLst>
        </pc:grpChg>
        <pc:grpChg chg="mod">
          <ac:chgData name="박 창규" userId="fef3e9c2-3755-4c94-893d-f890b45660c5" providerId="ADAL" clId="{35C9DAEA-1B02-41B6-84D7-160CEEF4B2E7}" dt="2026-03-05T06:02:19.645" v="6607" actId="164"/>
          <ac:grpSpMkLst>
            <pc:docMk/>
            <pc:sldMk cId="507205614" sldId="2147480452"/>
            <ac:grpSpMk id="185" creationId="{40133185-5802-99BB-7D7B-45A2CBFCF393}"/>
          </ac:grpSpMkLst>
        </pc:grpChg>
        <pc:grpChg chg="del mod">
          <ac:chgData name="박 창규" userId="fef3e9c2-3755-4c94-893d-f890b45660c5" providerId="ADAL" clId="{35C9DAEA-1B02-41B6-84D7-160CEEF4B2E7}" dt="2026-03-05T06:00:59.376" v="6578" actId="478"/>
          <ac:grpSpMkLst>
            <pc:docMk/>
            <pc:sldMk cId="507205614" sldId="2147480452"/>
            <ac:grpSpMk id="186" creationId="{81FB03E0-D901-6730-B9AF-55257BDF38C8}"/>
          </ac:grpSpMkLst>
        </pc:grpChg>
        <pc:grpChg chg="del mod">
          <ac:chgData name="박 창규" userId="fef3e9c2-3755-4c94-893d-f890b45660c5" providerId="ADAL" clId="{35C9DAEA-1B02-41B6-84D7-160CEEF4B2E7}" dt="2026-03-05T06:01:03.255" v="6579" actId="478"/>
          <ac:grpSpMkLst>
            <pc:docMk/>
            <pc:sldMk cId="507205614" sldId="2147480452"/>
            <ac:grpSpMk id="187" creationId="{5DDCF14D-1057-9BCD-FC7D-BA37A6C743EE}"/>
          </ac:grpSpMkLst>
        </pc:grpChg>
        <pc:grpChg chg="del mod">
          <ac:chgData name="박 창규" userId="fef3e9c2-3755-4c94-893d-f890b45660c5" providerId="ADAL" clId="{35C9DAEA-1B02-41B6-84D7-160CEEF4B2E7}" dt="2026-03-05T06:01:03.255" v="6579" actId="478"/>
          <ac:grpSpMkLst>
            <pc:docMk/>
            <pc:sldMk cId="507205614" sldId="2147480452"/>
            <ac:grpSpMk id="188" creationId="{8957A56E-53D9-F06B-0500-14192D9224FB}"/>
          </ac:grpSpMkLst>
        </pc:grpChg>
        <pc:grpChg chg="del">
          <ac:chgData name="박 창규" userId="fef3e9c2-3755-4c94-893d-f890b45660c5" providerId="ADAL" clId="{35C9DAEA-1B02-41B6-84D7-160CEEF4B2E7}" dt="2026-03-05T06:02:30.357" v="6612" actId="478"/>
          <ac:grpSpMkLst>
            <pc:docMk/>
            <pc:sldMk cId="507205614" sldId="2147480452"/>
            <ac:grpSpMk id="192" creationId="{68021F64-7439-1891-375F-96F30B38D457}"/>
          </ac:grpSpMkLst>
        </pc:grpChg>
        <pc:grpChg chg="del">
          <ac:chgData name="박 창규" userId="fef3e9c2-3755-4c94-893d-f890b45660c5" providerId="ADAL" clId="{35C9DAEA-1B02-41B6-84D7-160CEEF4B2E7}" dt="2026-03-05T06:00:10.812" v="6567" actId="478"/>
          <ac:grpSpMkLst>
            <pc:docMk/>
            <pc:sldMk cId="507205614" sldId="2147480452"/>
            <ac:grpSpMk id="193" creationId="{2F9F499C-6CD3-7739-94A1-EAAB53A0370A}"/>
          </ac:grpSpMkLst>
        </pc:grpChg>
        <pc:grpChg chg="del">
          <ac:chgData name="박 창규" userId="fef3e9c2-3755-4c94-893d-f890b45660c5" providerId="ADAL" clId="{35C9DAEA-1B02-41B6-84D7-160CEEF4B2E7}" dt="2026-03-05T05:59:43.949" v="6560" actId="478"/>
          <ac:grpSpMkLst>
            <pc:docMk/>
            <pc:sldMk cId="507205614" sldId="2147480452"/>
            <ac:grpSpMk id="194" creationId="{A7182B23-B44F-20E9-1E5F-5754F8FFB6DC}"/>
          </ac:grpSpMkLst>
        </pc:grpChg>
        <pc:grpChg chg="del">
          <ac:chgData name="박 창규" userId="fef3e9c2-3755-4c94-893d-f890b45660c5" providerId="ADAL" clId="{35C9DAEA-1B02-41B6-84D7-160CEEF4B2E7}" dt="2026-03-05T05:59:43.949" v="6560" actId="478"/>
          <ac:grpSpMkLst>
            <pc:docMk/>
            <pc:sldMk cId="507205614" sldId="2147480452"/>
            <ac:grpSpMk id="195" creationId="{156D9600-1A8E-77B9-681B-E2CAAD5A2CC9}"/>
          </ac:grpSpMkLst>
        </pc:grpChg>
        <pc:grpChg chg="del">
          <ac:chgData name="박 창규" userId="fef3e9c2-3755-4c94-893d-f890b45660c5" providerId="ADAL" clId="{35C9DAEA-1B02-41B6-84D7-160CEEF4B2E7}" dt="2026-03-05T05:59:43.949" v="6560" actId="478"/>
          <ac:grpSpMkLst>
            <pc:docMk/>
            <pc:sldMk cId="507205614" sldId="2147480452"/>
            <ac:grpSpMk id="196" creationId="{3792C21E-CBE5-7A07-06B9-48FE6E3E888F}"/>
          </ac:grpSpMkLst>
        </pc:grpChg>
        <pc:grpChg chg="add del">
          <ac:chgData name="박 창규" userId="fef3e9c2-3755-4c94-893d-f890b45660c5" providerId="ADAL" clId="{35C9DAEA-1B02-41B6-84D7-160CEEF4B2E7}" dt="2026-03-05T06:02:30.357" v="6612" actId="478"/>
          <ac:grpSpMkLst>
            <pc:docMk/>
            <pc:sldMk cId="507205614" sldId="2147480452"/>
            <ac:grpSpMk id="200" creationId="{E952C388-BCB6-4FBC-BB92-AECCB70C3F45}"/>
          </ac:grpSpMkLst>
        </pc:grpChg>
        <pc:grpChg chg="del">
          <ac:chgData name="박 창규" userId="fef3e9c2-3755-4c94-893d-f890b45660c5" providerId="ADAL" clId="{35C9DAEA-1B02-41B6-84D7-160CEEF4B2E7}" dt="2026-03-05T06:00:44.872" v="6574" actId="478"/>
          <ac:grpSpMkLst>
            <pc:docMk/>
            <pc:sldMk cId="507205614" sldId="2147480452"/>
            <ac:grpSpMk id="201" creationId="{AF4D3AC5-5E4D-7D4E-1FE7-95EDBB59049B}"/>
          </ac:grpSpMkLst>
        </pc:grpChg>
        <pc:grpChg chg="del">
          <ac:chgData name="박 창규" userId="fef3e9c2-3755-4c94-893d-f890b45660c5" providerId="ADAL" clId="{35C9DAEA-1B02-41B6-84D7-160CEEF4B2E7}" dt="2026-03-05T05:59:45.283" v="6561" actId="478"/>
          <ac:grpSpMkLst>
            <pc:docMk/>
            <pc:sldMk cId="507205614" sldId="2147480452"/>
            <ac:grpSpMk id="202" creationId="{E97FC86E-599B-7D78-7D4B-02A224A9FD7F}"/>
          </ac:grpSpMkLst>
        </pc:grpChg>
        <pc:grpChg chg="del">
          <ac:chgData name="박 창규" userId="fef3e9c2-3755-4c94-893d-f890b45660c5" providerId="ADAL" clId="{35C9DAEA-1B02-41B6-84D7-160CEEF4B2E7}" dt="2026-03-05T05:59:45.283" v="6561" actId="478"/>
          <ac:grpSpMkLst>
            <pc:docMk/>
            <pc:sldMk cId="507205614" sldId="2147480452"/>
            <ac:grpSpMk id="203" creationId="{DC93564C-82FE-33D4-4007-1E3F86EB0FBB}"/>
          </ac:grpSpMkLst>
        </pc:grpChg>
        <pc:grpChg chg="del">
          <ac:chgData name="박 창규" userId="fef3e9c2-3755-4c94-893d-f890b45660c5" providerId="ADAL" clId="{35C9DAEA-1B02-41B6-84D7-160CEEF4B2E7}" dt="2026-03-05T05:59:45.283" v="6561" actId="478"/>
          <ac:grpSpMkLst>
            <pc:docMk/>
            <pc:sldMk cId="507205614" sldId="2147480452"/>
            <ac:grpSpMk id="204" creationId="{E79F2555-F8CD-0E2C-C7CB-48B22772AA62}"/>
          </ac:grpSpMkLst>
        </pc:grpChg>
        <pc:grpChg chg="del">
          <ac:chgData name="박 창규" userId="fef3e9c2-3755-4c94-893d-f890b45660c5" providerId="ADAL" clId="{35C9DAEA-1B02-41B6-84D7-160CEEF4B2E7}" dt="2026-03-05T05:59:45.283" v="6561" actId="478"/>
          <ac:grpSpMkLst>
            <pc:docMk/>
            <pc:sldMk cId="507205614" sldId="2147480452"/>
            <ac:grpSpMk id="205" creationId="{04ABD5BF-C33F-D995-789F-6C048FD20280}"/>
          </ac:grpSpMkLst>
        </pc:grpChg>
        <pc:grpChg chg="add mod">
          <ac:chgData name="박 창규" userId="fef3e9c2-3755-4c94-893d-f890b45660c5" providerId="ADAL" clId="{35C9DAEA-1B02-41B6-84D7-160CEEF4B2E7}" dt="2026-03-05T06:01:12.460" v="6585" actId="571"/>
          <ac:grpSpMkLst>
            <pc:docMk/>
            <pc:sldMk cId="507205614" sldId="2147480452"/>
            <ac:grpSpMk id="261" creationId="{995A69B6-B9C5-9FC7-35D5-503E1BA9AFB3}"/>
          </ac:grpSpMkLst>
        </pc:grpChg>
        <pc:grpChg chg="add mod">
          <ac:chgData name="박 창규" userId="fef3e9c2-3755-4c94-893d-f890b45660c5" providerId="ADAL" clId="{35C9DAEA-1B02-41B6-84D7-160CEEF4B2E7}" dt="2026-03-05T06:01:12.269" v="6584" actId="571"/>
          <ac:grpSpMkLst>
            <pc:docMk/>
            <pc:sldMk cId="507205614" sldId="2147480452"/>
            <ac:grpSpMk id="264" creationId="{C5C119D9-E395-229F-A33E-32345829F497}"/>
          </ac:grpSpMkLst>
        </pc:grpChg>
        <pc:grpChg chg="add mod">
          <ac:chgData name="박 창규" userId="fef3e9c2-3755-4c94-893d-f890b45660c5" providerId="ADAL" clId="{35C9DAEA-1B02-41B6-84D7-160CEEF4B2E7}" dt="2026-03-05T06:01:12.065" v="6583" actId="571"/>
          <ac:grpSpMkLst>
            <pc:docMk/>
            <pc:sldMk cId="507205614" sldId="2147480452"/>
            <ac:grpSpMk id="267" creationId="{1D57F4E8-23ED-9749-750C-0649AB364A01}"/>
          </ac:grpSpMkLst>
        </pc:grpChg>
        <pc:grpChg chg="add mod">
          <ac:chgData name="박 창규" userId="fef3e9c2-3755-4c94-893d-f890b45660c5" providerId="ADAL" clId="{35C9DAEA-1B02-41B6-84D7-160CEEF4B2E7}" dt="2026-03-05T06:02:19.645" v="6607" actId="164"/>
          <ac:grpSpMkLst>
            <pc:docMk/>
            <pc:sldMk cId="507205614" sldId="2147480452"/>
            <ac:grpSpMk id="270" creationId="{C97374F3-648F-C56A-D2F4-17FA3DF7674F}"/>
          </ac:grpSpMkLst>
        </pc:grpChg>
        <pc:grpChg chg="add mod">
          <ac:chgData name="박 창규" userId="fef3e9c2-3755-4c94-893d-f890b45660c5" providerId="ADAL" clId="{35C9DAEA-1B02-41B6-84D7-160CEEF4B2E7}" dt="2026-03-05T06:02:19.645" v="6607" actId="164"/>
          <ac:grpSpMkLst>
            <pc:docMk/>
            <pc:sldMk cId="507205614" sldId="2147480452"/>
            <ac:grpSpMk id="273" creationId="{3683D32A-E80E-0211-6951-2717FD0E2F36}"/>
          </ac:grpSpMkLst>
        </pc:grpChg>
        <pc:grpChg chg="add mod">
          <ac:chgData name="박 창규" userId="fef3e9c2-3755-4c94-893d-f890b45660c5" providerId="ADAL" clId="{35C9DAEA-1B02-41B6-84D7-160CEEF4B2E7}" dt="2026-03-05T06:02:19.645" v="6607" actId="164"/>
          <ac:grpSpMkLst>
            <pc:docMk/>
            <pc:sldMk cId="507205614" sldId="2147480452"/>
            <ac:grpSpMk id="276" creationId="{783D25D9-A386-0EBD-2B68-040FD494FFC8}"/>
          </ac:grpSpMkLst>
        </pc:grpChg>
        <pc:grpChg chg="add mod">
          <ac:chgData name="박 창규" userId="fef3e9c2-3755-4c94-893d-f890b45660c5" providerId="ADAL" clId="{35C9DAEA-1B02-41B6-84D7-160CEEF4B2E7}" dt="2026-03-05T06:09:34.665" v="7267" actId="12789"/>
          <ac:grpSpMkLst>
            <pc:docMk/>
            <pc:sldMk cId="507205614" sldId="2147480452"/>
            <ac:grpSpMk id="279" creationId="{899CCDAD-B9D3-3F80-3462-824764B3BFE5}"/>
          </ac:grpSpMkLst>
        </pc:grpChg>
        <pc:grpChg chg="add mod">
          <ac:chgData name="박 창규" userId="fef3e9c2-3755-4c94-893d-f890b45660c5" providerId="ADAL" clId="{35C9DAEA-1B02-41B6-84D7-160CEEF4B2E7}" dt="2026-03-05T06:09:34.665" v="7267" actId="12789"/>
          <ac:grpSpMkLst>
            <pc:docMk/>
            <pc:sldMk cId="507205614" sldId="2147480452"/>
            <ac:grpSpMk id="280" creationId="{5C2B5488-39A9-1F3F-61FF-02DD4A0093B5}"/>
          </ac:grpSpMkLst>
        </pc:grpChg>
        <pc:grpChg chg="add mod">
          <ac:chgData name="박 창규" userId="fef3e9c2-3755-4c94-893d-f890b45660c5" providerId="ADAL" clId="{35C9DAEA-1B02-41B6-84D7-160CEEF4B2E7}" dt="2026-03-05T06:09:37.319" v="7268" actId="12789"/>
          <ac:grpSpMkLst>
            <pc:docMk/>
            <pc:sldMk cId="507205614" sldId="2147480452"/>
            <ac:grpSpMk id="283" creationId="{B298FBFA-783C-769E-B741-4FC952D99833}"/>
          </ac:grpSpMkLst>
        </pc:grpChg>
        <pc:grpChg chg="add mod">
          <ac:chgData name="박 창규" userId="fef3e9c2-3755-4c94-893d-f890b45660c5" providerId="ADAL" clId="{35C9DAEA-1B02-41B6-84D7-160CEEF4B2E7}" dt="2026-03-05T06:05:40.832" v="6691" actId="1036"/>
          <ac:grpSpMkLst>
            <pc:docMk/>
            <pc:sldMk cId="507205614" sldId="2147480452"/>
            <ac:grpSpMk id="286" creationId="{C9FB175F-A1C4-3840-3042-3C063B7BC478}"/>
          </ac:grpSpMkLst>
        </pc:grpChg>
        <pc:grpChg chg="add mod">
          <ac:chgData name="박 창규" userId="fef3e9c2-3755-4c94-893d-f890b45660c5" providerId="ADAL" clId="{35C9DAEA-1B02-41B6-84D7-160CEEF4B2E7}" dt="2026-03-05T06:03:48.414" v="6641" actId="555"/>
          <ac:grpSpMkLst>
            <pc:docMk/>
            <pc:sldMk cId="507205614" sldId="2147480452"/>
            <ac:grpSpMk id="287" creationId="{52848FA3-7446-E77C-67F0-00597A2CC938}"/>
          </ac:grpSpMkLst>
        </pc:grpChg>
        <pc:grpChg chg="add mod">
          <ac:chgData name="박 창규" userId="fef3e9c2-3755-4c94-893d-f890b45660c5" providerId="ADAL" clId="{35C9DAEA-1B02-41B6-84D7-160CEEF4B2E7}" dt="2026-03-05T06:03:10.682" v="6626" actId="164"/>
          <ac:grpSpMkLst>
            <pc:docMk/>
            <pc:sldMk cId="507205614" sldId="2147480452"/>
            <ac:grpSpMk id="288" creationId="{6CF0BC97-6EFA-9BD8-2001-1FE87F4B83AA}"/>
          </ac:grpSpMkLst>
        </pc:grpChg>
        <pc:grpChg chg="add mod">
          <ac:chgData name="박 창규" userId="fef3e9c2-3755-4c94-893d-f890b45660c5" providerId="ADAL" clId="{35C9DAEA-1B02-41B6-84D7-160CEEF4B2E7}" dt="2026-03-05T06:04:20.015" v="6651" actId="164"/>
          <ac:grpSpMkLst>
            <pc:docMk/>
            <pc:sldMk cId="507205614" sldId="2147480452"/>
            <ac:grpSpMk id="289" creationId="{24CC5838-ACDB-4707-60CC-5434954DBCAD}"/>
          </ac:grpSpMkLst>
        </pc:grpChg>
        <pc:grpChg chg="add mod">
          <ac:chgData name="박 창규" userId="fef3e9c2-3755-4c94-893d-f890b45660c5" providerId="ADAL" clId="{35C9DAEA-1B02-41B6-84D7-160CEEF4B2E7}" dt="2026-03-05T06:04:22.048" v="6652" actId="164"/>
          <ac:grpSpMkLst>
            <pc:docMk/>
            <pc:sldMk cId="507205614" sldId="2147480452"/>
            <ac:grpSpMk id="290" creationId="{D0BF136D-1DB1-BEAF-EF5D-38BEEF30BB70}"/>
          </ac:grpSpMkLst>
        </pc:grpChg>
        <pc:grpChg chg="add mod">
          <ac:chgData name="박 창규" userId="fef3e9c2-3755-4c94-893d-f890b45660c5" providerId="ADAL" clId="{35C9DAEA-1B02-41B6-84D7-160CEEF4B2E7}" dt="2026-03-05T06:05:26.089" v="6689" actId="555"/>
          <ac:grpSpMkLst>
            <pc:docMk/>
            <pc:sldMk cId="507205614" sldId="2147480452"/>
            <ac:grpSpMk id="291" creationId="{43F6E4D1-1AEF-2F32-B0BC-3E22B522172D}"/>
          </ac:grpSpMkLst>
        </pc:grpChg>
        <pc:grpChg chg="add mod">
          <ac:chgData name="박 창규" userId="fef3e9c2-3755-4c94-893d-f890b45660c5" providerId="ADAL" clId="{35C9DAEA-1B02-41B6-84D7-160CEEF4B2E7}" dt="2026-03-05T06:05:03.847" v="6678" actId="164"/>
          <ac:grpSpMkLst>
            <pc:docMk/>
            <pc:sldMk cId="507205614" sldId="2147480452"/>
            <ac:grpSpMk id="292" creationId="{EECC917E-3784-280A-9190-8676A9116844}"/>
          </ac:grpSpMkLst>
        </pc:grpChg>
        <pc:grpChg chg="add mod">
          <ac:chgData name="박 창규" userId="fef3e9c2-3755-4c94-893d-f890b45660c5" providerId="ADAL" clId="{35C9DAEA-1B02-41B6-84D7-160CEEF4B2E7}" dt="2026-03-05T06:09:37.319" v="7268" actId="12789"/>
          <ac:grpSpMkLst>
            <pc:docMk/>
            <pc:sldMk cId="507205614" sldId="2147480452"/>
            <ac:grpSpMk id="296" creationId="{9F3CF080-D1CC-47FD-6BE2-0C32047541A3}"/>
          </ac:grpSpMkLst>
        </pc:grpChg>
        <pc:grpChg chg="mod">
          <ac:chgData name="박 창규" userId="fef3e9c2-3755-4c94-893d-f890b45660c5" providerId="ADAL" clId="{35C9DAEA-1B02-41B6-84D7-160CEEF4B2E7}" dt="2026-03-05T06:08:45.817" v="7227" actId="571"/>
          <ac:grpSpMkLst>
            <pc:docMk/>
            <pc:sldMk cId="507205614" sldId="2147480452"/>
            <ac:grpSpMk id="297" creationId="{85E60E86-1FC0-6EE5-E283-141A7F80D0AB}"/>
          </ac:grpSpMkLst>
        </pc:grpChg>
        <pc:grpChg chg="mod">
          <ac:chgData name="박 창규" userId="fef3e9c2-3755-4c94-893d-f890b45660c5" providerId="ADAL" clId="{35C9DAEA-1B02-41B6-84D7-160CEEF4B2E7}" dt="2026-03-05T06:08:45.817" v="7227" actId="571"/>
          <ac:grpSpMkLst>
            <pc:docMk/>
            <pc:sldMk cId="507205614" sldId="2147480452"/>
            <ac:grpSpMk id="298" creationId="{CBC1FE19-9731-6BB2-3807-C0BB721198A1}"/>
          </ac:grpSpMkLst>
        </pc:grpChg>
        <pc:grpChg chg="mod">
          <ac:chgData name="박 창규" userId="fef3e9c2-3755-4c94-893d-f890b45660c5" providerId="ADAL" clId="{35C9DAEA-1B02-41B6-84D7-160CEEF4B2E7}" dt="2026-03-05T06:08:45.817" v="7227" actId="571"/>
          <ac:grpSpMkLst>
            <pc:docMk/>
            <pc:sldMk cId="507205614" sldId="2147480452"/>
            <ac:grpSpMk id="299" creationId="{E77EA6DE-C61F-91AA-22F7-4514DDBA1C2A}"/>
          </ac:grpSpMkLst>
        </pc:grpChg>
        <pc:grpChg chg="mod">
          <ac:chgData name="박 창규" userId="fef3e9c2-3755-4c94-893d-f890b45660c5" providerId="ADAL" clId="{35C9DAEA-1B02-41B6-84D7-160CEEF4B2E7}" dt="2026-03-05T06:08:45.817" v="7227" actId="571"/>
          <ac:grpSpMkLst>
            <pc:docMk/>
            <pc:sldMk cId="507205614" sldId="2147480452"/>
            <ac:grpSpMk id="300" creationId="{1345777A-789F-6F44-3D54-130AA5D0C7E1}"/>
          </ac:grpSpMkLst>
        </pc:grpChg>
        <pc:grpChg chg="add del mod">
          <ac:chgData name="박 창규" userId="fef3e9c2-3755-4c94-893d-f890b45660c5" providerId="ADAL" clId="{35C9DAEA-1B02-41B6-84D7-160CEEF4B2E7}" dt="2026-03-05T06:09:26.644" v="7264" actId="478"/>
          <ac:grpSpMkLst>
            <pc:docMk/>
            <pc:sldMk cId="507205614" sldId="2147480452"/>
            <ac:grpSpMk id="309" creationId="{EE9DD14F-E4B2-7B11-3179-8CDECDE6EC8B}"/>
          </ac:grpSpMkLst>
        </pc:grpChg>
        <pc:grpChg chg="mod">
          <ac:chgData name="박 창규" userId="fef3e9c2-3755-4c94-893d-f890b45660c5" providerId="ADAL" clId="{35C9DAEA-1B02-41B6-84D7-160CEEF4B2E7}" dt="2026-03-05T06:08:47.133" v="7228" actId="571"/>
          <ac:grpSpMkLst>
            <pc:docMk/>
            <pc:sldMk cId="507205614" sldId="2147480452"/>
            <ac:grpSpMk id="310" creationId="{FDA56929-F112-B1EA-A193-73BD6E89F390}"/>
          </ac:grpSpMkLst>
        </pc:grpChg>
        <pc:grpChg chg="mod">
          <ac:chgData name="박 창규" userId="fef3e9c2-3755-4c94-893d-f890b45660c5" providerId="ADAL" clId="{35C9DAEA-1B02-41B6-84D7-160CEEF4B2E7}" dt="2026-03-05T06:08:47.133" v="7228" actId="571"/>
          <ac:grpSpMkLst>
            <pc:docMk/>
            <pc:sldMk cId="507205614" sldId="2147480452"/>
            <ac:grpSpMk id="311" creationId="{3CC30ECA-5701-26B2-C2AC-EE16573E5F12}"/>
          </ac:grpSpMkLst>
        </pc:grpChg>
        <pc:grpChg chg="mod">
          <ac:chgData name="박 창규" userId="fef3e9c2-3755-4c94-893d-f890b45660c5" providerId="ADAL" clId="{35C9DAEA-1B02-41B6-84D7-160CEEF4B2E7}" dt="2026-03-05T06:08:47.133" v="7228" actId="571"/>
          <ac:grpSpMkLst>
            <pc:docMk/>
            <pc:sldMk cId="507205614" sldId="2147480452"/>
            <ac:grpSpMk id="312" creationId="{6E0B40D0-2C7C-B1AF-94DD-17F4A2F9136F}"/>
          </ac:grpSpMkLst>
        </pc:grpChg>
        <pc:grpChg chg="mod">
          <ac:chgData name="박 창규" userId="fef3e9c2-3755-4c94-893d-f890b45660c5" providerId="ADAL" clId="{35C9DAEA-1B02-41B6-84D7-160CEEF4B2E7}" dt="2026-03-05T06:08:47.133" v="7228" actId="571"/>
          <ac:grpSpMkLst>
            <pc:docMk/>
            <pc:sldMk cId="507205614" sldId="2147480452"/>
            <ac:grpSpMk id="313" creationId="{BE9FC213-7683-0D7C-842E-F1732C18B59E}"/>
          </ac:grpSpMkLst>
        </pc:grpChg>
        <pc:grpChg chg="add mod">
          <ac:chgData name="박 창규" userId="fef3e9c2-3755-4c94-893d-f890b45660c5" providerId="ADAL" clId="{35C9DAEA-1B02-41B6-84D7-160CEEF4B2E7}" dt="2026-03-05T06:10:02.606" v="7282" actId="1035"/>
          <ac:grpSpMkLst>
            <pc:docMk/>
            <pc:sldMk cId="507205614" sldId="2147480452"/>
            <ac:grpSpMk id="322" creationId="{E8049CBC-3BBF-825B-143D-FC4E21BB13B9}"/>
          </ac:grpSpMkLst>
        </pc:grpChg>
        <pc:grpChg chg="add mod">
          <ac:chgData name="박 창규" userId="fef3e9c2-3755-4c94-893d-f890b45660c5" providerId="ADAL" clId="{35C9DAEA-1B02-41B6-84D7-160CEEF4B2E7}" dt="2026-03-05T06:17:11.600" v="7873" actId="164"/>
          <ac:grpSpMkLst>
            <pc:docMk/>
            <pc:sldMk cId="507205614" sldId="2147480452"/>
            <ac:grpSpMk id="329" creationId="{EC92016C-7EC4-6E14-D5BC-859C5F44D848}"/>
          </ac:grpSpMkLst>
        </pc:grpChg>
        <pc:grpChg chg="add mod">
          <ac:chgData name="박 창규" userId="fef3e9c2-3755-4c94-893d-f890b45660c5" providerId="ADAL" clId="{35C9DAEA-1B02-41B6-84D7-160CEEF4B2E7}" dt="2026-03-05T06:17:27.263" v="7878" actId="12789"/>
          <ac:grpSpMkLst>
            <pc:docMk/>
            <pc:sldMk cId="507205614" sldId="2147480452"/>
            <ac:grpSpMk id="331" creationId="{F27BF29A-468A-5367-FABD-CC0E018ABA06}"/>
          </ac:grpSpMkLst>
        </pc:grpChg>
        <pc:grpChg chg="add del mod">
          <ac:chgData name="박 창규" userId="fef3e9c2-3755-4c94-893d-f890b45660c5" providerId="ADAL" clId="{35C9DAEA-1B02-41B6-84D7-160CEEF4B2E7}" dt="2026-03-05T06:17:57.142" v="7888" actId="165"/>
          <ac:grpSpMkLst>
            <pc:docMk/>
            <pc:sldMk cId="507205614" sldId="2147480452"/>
            <ac:grpSpMk id="335" creationId="{CFF3449B-0A54-70F3-EF63-07218C7A0CDA}"/>
          </ac:grpSpMkLst>
        </pc:grpChg>
        <pc:grpChg chg="add mod">
          <ac:chgData name="박 창규" userId="fef3e9c2-3755-4c94-893d-f890b45660c5" providerId="ADAL" clId="{35C9DAEA-1B02-41B6-84D7-160CEEF4B2E7}" dt="2026-03-05T06:18:10.565" v="7892" actId="164"/>
          <ac:grpSpMkLst>
            <pc:docMk/>
            <pc:sldMk cId="507205614" sldId="2147480452"/>
            <ac:grpSpMk id="339" creationId="{2D223743-E5C7-0BED-EF3A-F6EACCA81EDE}"/>
          </ac:grpSpMkLst>
        </pc:grpChg>
        <pc:picChg chg="add del mod">
          <ac:chgData name="박 창규" userId="fef3e9c2-3755-4c94-893d-f890b45660c5" providerId="ADAL" clId="{35C9DAEA-1B02-41B6-84D7-160CEEF4B2E7}" dt="2026-03-05T05:57:56.573" v="6540" actId="478"/>
          <ac:picMkLst>
            <pc:docMk/>
            <pc:sldMk cId="507205614" sldId="2147480452"/>
            <ac:picMk id="11" creationId="{3F215ED9-EA97-B4EA-7D5F-69F644B32126}"/>
          </ac:picMkLst>
        </pc:picChg>
        <pc:picChg chg="add del mod">
          <ac:chgData name="박 창규" userId="fef3e9c2-3755-4c94-893d-f890b45660c5" providerId="ADAL" clId="{35C9DAEA-1B02-41B6-84D7-160CEEF4B2E7}" dt="2026-03-05T05:44:01.075" v="6042" actId="478"/>
          <ac:picMkLst>
            <pc:docMk/>
            <pc:sldMk cId="507205614" sldId="2147480452"/>
            <ac:picMk id="13" creationId="{68E1FC4F-AB92-1448-D26E-059151EC3AEC}"/>
          </ac:picMkLst>
        </pc:picChg>
        <pc:picChg chg="add del">
          <ac:chgData name="박 창규" userId="fef3e9c2-3755-4c94-893d-f890b45660c5" providerId="ADAL" clId="{35C9DAEA-1B02-41B6-84D7-160CEEF4B2E7}" dt="2026-03-05T05:26:16.550" v="5635" actId="478"/>
          <ac:picMkLst>
            <pc:docMk/>
            <pc:sldMk cId="507205614" sldId="2147480452"/>
            <ac:picMk id="15" creationId="{57B5CBD4-E52F-028A-2B15-E64F8DDBA8E5}"/>
          </ac:picMkLst>
        </pc:picChg>
        <pc:picChg chg="del mod topLvl">
          <ac:chgData name="박 창규" userId="fef3e9c2-3755-4c94-893d-f890b45660c5" providerId="ADAL" clId="{35C9DAEA-1B02-41B6-84D7-160CEEF4B2E7}" dt="2026-03-05T05:29:45.345" v="5742" actId="478"/>
          <ac:picMkLst>
            <pc:docMk/>
            <pc:sldMk cId="507205614" sldId="2147480452"/>
            <ac:picMk id="25" creationId="{D97F92AD-7924-DFFD-F57B-28D8CE523EB0}"/>
          </ac:picMkLst>
        </pc:picChg>
        <pc:picChg chg="mod topLvl">
          <ac:chgData name="박 창규" userId="fef3e9c2-3755-4c94-893d-f890b45660c5" providerId="ADAL" clId="{35C9DAEA-1B02-41B6-84D7-160CEEF4B2E7}" dt="2026-03-05T05:30:44.850" v="5766" actId="164"/>
          <ac:picMkLst>
            <pc:docMk/>
            <pc:sldMk cId="507205614" sldId="2147480452"/>
            <ac:picMk id="28" creationId="{47D43A91-2FEF-4DB8-02BB-C7C79EEAA1F1}"/>
          </ac:picMkLst>
        </pc:picChg>
        <pc:picChg chg="mod topLvl">
          <ac:chgData name="박 창규" userId="fef3e9c2-3755-4c94-893d-f890b45660c5" providerId="ADAL" clId="{35C9DAEA-1B02-41B6-84D7-160CEEF4B2E7}" dt="2026-03-05T05:30:44.850" v="5766" actId="164"/>
          <ac:picMkLst>
            <pc:docMk/>
            <pc:sldMk cId="507205614" sldId="2147480452"/>
            <ac:picMk id="29" creationId="{50EE2532-5DB6-8A2A-5110-D17C2A54D8A1}"/>
          </ac:picMkLst>
        </pc:picChg>
        <pc:picChg chg="add mod">
          <ac:chgData name="박 창규" userId="fef3e9c2-3755-4c94-893d-f890b45660c5" providerId="ADAL" clId="{35C9DAEA-1B02-41B6-84D7-160CEEF4B2E7}" dt="2026-03-05T05:29:42.357" v="5741" actId="164"/>
          <ac:picMkLst>
            <pc:docMk/>
            <pc:sldMk cId="507205614" sldId="2147480452"/>
            <ac:picMk id="55" creationId="{9AE9CC53-57B5-8C4A-B23F-90C101A68346}"/>
          </ac:picMkLst>
        </pc:picChg>
        <pc:picChg chg="add del mod">
          <ac:chgData name="박 창규" userId="fef3e9c2-3755-4c94-893d-f890b45660c5" providerId="ADAL" clId="{35C9DAEA-1B02-41B6-84D7-160CEEF4B2E7}" dt="2026-03-05T05:42:18.038" v="6026" actId="478"/>
          <ac:picMkLst>
            <pc:docMk/>
            <pc:sldMk cId="507205614" sldId="2147480452"/>
            <ac:picMk id="63" creationId="{44DA8421-78AF-5E64-BDE7-1EB60408C6CC}"/>
          </ac:picMkLst>
        </pc:picChg>
        <pc:picChg chg="add del mod">
          <ac:chgData name="박 창규" userId="fef3e9c2-3755-4c94-893d-f890b45660c5" providerId="ADAL" clId="{35C9DAEA-1B02-41B6-84D7-160CEEF4B2E7}" dt="2026-03-05T05:42:18.038" v="6026" actId="478"/>
          <ac:picMkLst>
            <pc:docMk/>
            <pc:sldMk cId="507205614" sldId="2147480452"/>
            <ac:picMk id="66" creationId="{CA40000A-0A10-457F-B933-D112BFB9C4DA}"/>
          </ac:picMkLst>
        </pc:picChg>
        <pc:picChg chg="add mod">
          <ac:chgData name="박 창규" userId="fef3e9c2-3755-4c94-893d-f890b45660c5" providerId="ADAL" clId="{35C9DAEA-1B02-41B6-84D7-160CEEF4B2E7}" dt="2026-03-05T05:35:37.659" v="5912" actId="1076"/>
          <ac:picMkLst>
            <pc:docMk/>
            <pc:sldMk cId="507205614" sldId="2147480452"/>
            <ac:picMk id="69" creationId="{09062B98-AFC4-66E9-9C00-E90E515211A8}"/>
          </ac:picMkLst>
        </pc:picChg>
        <pc:picChg chg="add del mod">
          <ac:chgData name="박 창규" userId="fef3e9c2-3755-4c94-893d-f890b45660c5" providerId="ADAL" clId="{35C9DAEA-1B02-41B6-84D7-160CEEF4B2E7}" dt="2026-03-05T05:42:18.038" v="6026" actId="478"/>
          <ac:picMkLst>
            <pc:docMk/>
            <pc:sldMk cId="507205614" sldId="2147480452"/>
            <ac:picMk id="72" creationId="{BED80C9F-E37E-37F2-7982-BCDECC777ACB}"/>
          </ac:picMkLst>
        </pc:picChg>
        <pc:picChg chg="add mod">
          <ac:chgData name="박 창규" userId="fef3e9c2-3755-4c94-893d-f890b45660c5" providerId="ADAL" clId="{35C9DAEA-1B02-41B6-84D7-160CEEF4B2E7}" dt="2026-03-05T05:38:30.403" v="5983" actId="1076"/>
          <ac:picMkLst>
            <pc:docMk/>
            <pc:sldMk cId="507205614" sldId="2147480452"/>
            <ac:picMk id="75" creationId="{81864A7B-816B-02A6-2AAD-FC93B61CA828}"/>
          </ac:picMkLst>
        </pc:picChg>
        <pc:picChg chg="add del mod">
          <ac:chgData name="박 창규" userId="fef3e9c2-3755-4c94-893d-f890b45660c5" providerId="ADAL" clId="{35C9DAEA-1B02-41B6-84D7-160CEEF4B2E7}" dt="2026-03-05T05:42:18.038" v="6026" actId="478"/>
          <ac:picMkLst>
            <pc:docMk/>
            <pc:sldMk cId="507205614" sldId="2147480452"/>
            <ac:picMk id="77" creationId="{A671A5A0-EA64-3C5C-96F1-52002B51DCC6}"/>
          </ac:picMkLst>
        </pc:picChg>
        <pc:picChg chg="add del mod">
          <ac:chgData name="박 창규" userId="fef3e9c2-3755-4c94-893d-f890b45660c5" providerId="ADAL" clId="{35C9DAEA-1B02-41B6-84D7-160CEEF4B2E7}" dt="2026-03-05T05:42:18.038" v="6026" actId="478"/>
          <ac:picMkLst>
            <pc:docMk/>
            <pc:sldMk cId="507205614" sldId="2147480452"/>
            <ac:picMk id="79" creationId="{19F5F0C5-94E2-46EF-AFDC-31A6889BD3CA}"/>
          </ac:picMkLst>
        </pc:picChg>
        <pc:picChg chg="add mod">
          <ac:chgData name="박 창규" userId="fef3e9c2-3755-4c94-893d-f890b45660c5" providerId="ADAL" clId="{35C9DAEA-1B02-41B6-84D7-160CEEF4B2E7}" dt="2026-03-05T05:51:07.641" v="6247" actId="165"/>
          <ac:picMkLst>
            <pc:docMk/>
            <pc:sldMk cId="507205614" sldId="2147480452"/>
            <ac:picMk id="82" creationId="{DE211EF5-003F-D66F-B048-146FB8D18009}"/>
          </ac:picMkLst>
        </pc:picChg>
        <pc:picChg chg="add mod topLvl">
          <ac:chgData name="박 창규" userId="fef3e9c2-3755-4c94-893d-f890b45660c5" providerId="ADAL" clId="{35C9DAEA-1B02-41B6-84D7-160CEEF4B2E7}" dt="2026-03-05T06:16:55.877" v="7867" actId="12789"/>
          <ac:picMkLst>
            <pc:docMk/>
            <pc:sldMk cId="507205614" sldId="2147480452"/>
            <ac:picMk id="94" creationId="{9ACE1DE4-1424-5498-C10E-96DE45AAB95A}"/>
          </ac:picMkLst>
        </pc:picChg>
        <pc:picChg chg="add mod topLvl">
          <ac:chgData name="박 창규" userId="fef3e9c2-3755-4c94-893d-f890b45660c5" providerId="ADAL" clId="{35C9DAEA-1B02-41B6-84D7-160CEEF4B2E7}" dt="2026-03-05T06:16:55.877" v="7867" actId="12789"/>
          <ac:picMkLst>
            <pc:docMk/>
            <pc:sldMk cId="507205614" sldId="2147480452"/>
            <ac:picMk id="95" creationId="{21A39B30-39F2-B9A9-6BE8-BB01F8C1681D}"/>
          </ac:picMkLst>
        </pc:picChg>
        <pc:picChg chg="add mod topLvl">
          <ac:chgData name="박 창규" userId="fef3e9c2-3755-4c94-893d-f890b45660c5" providerId="ADAL" clId="{35C9DAEA-1B02-41B6-84D7-160CEEF4B2E7}" dt="2026-03-05T06:16:41.228" v="7864" actId="165"/>
          <ac:picMkLst>
            <pc:docMk/>
            <pc:sldMk cId="507205614" sldId="2147480452"/>
            <ac:picMk id="96" creationId="{DD53C2F2-FF04-7BA2-E1FF-9968F7082D98}"/>
          </ac:picMkLst>
        </pc:picChg>
        <pc:picChg chg="add mod topLvl">
          <ac:chgData name="박 창규" userId="fef3e9c2-3755-4c94-893d-f890b45660c5" providerId="ADAL" clId="{35C9DAEA-1B02-41B6-84D7-160CEEF4B2E7}" dt="2026-03-05T06:16:41.228" v="7864" actId="165"/>
          <ac:picMkLst>
            <pc:docMk/>
            <pc:sldMk cId="507205614" sldId="2147480452"/>
            <ac:picMk id="97" creationId="{8EAB26B3-D8F5-A2A9-13E5-C9D60F2F1A96}"/>
          </ac:picMkLst>
        </pc:picChg>
        <pc:picChg chg="mod topLvl">
          <ac:chgData name="박 창규" userId="fef3e9c2-3755-4c94-893d-f890b45660c5" providerId="ADAL" clId="{35C9DAEA-1B02-41B6-84D7-160CEEF4B2E7}" dt="2026-03-05T06:17:24.452" v="7877" actId="165"/>
          <ac:picMkLst>
            <pc:docMk/>
            <pc:sldMk cId="507205614" sldId="2147480452"/>
            <ac:picMk id="139" creationId="{4AFFEBC3-CBDB-9FA4-3CE3-AE7EC3D3CCFE}"/>
          </ac:picMkLst>
        </pc:picChg>
        <pc:picChg chg="mod topLvl">
          <ac:chgData name="박 창규" userId="fef3e9c2-3755-4c94-893d-f890b45660c5" providerId="ADAL" clId="{35C9DAEA-1B02-41B6-84D7-160CEEF4B2E7}" dt="2026-03-05T06:17:27.263" v="7878" actId="12789"/>
          <ac:picMkLst>
            <pc:docMk/>
            <pc:sldMk cId="507205614" sldId="2147480452"/>
            <ac:picMk id="140" creationId="{E5670286-F544-B767-9BD3-54D3CCFDD7B9}"/>
          </ac:picMkLst>
        </pc:picChg>
        <pc:picChg chg="mod topLvl">
          <ac:chgData name="박 창규" userId="fef3e9c2-3755-4c94-893d-f890b45660c5" providerId="ADAL" clId="{35C9DAEA-1B02-41B6-84D7-160CEEF4B2E7}" dt="2026-03-05T06:17:24.452" v="7877" actId="165"/>
          <ac:picMkLst>
            <pc:docMk/>
            <pc:sldMk cId="507205614" sldId="2147480452"/>
            <ac:picMk id="141" creationId="{E43352DA-4714-253A-D563-2FEC5D2BD026}"/>
          </ac:picMkLst>
        </pc:picChg>
        <pc:picChg chg="mod topLvl">
          <ac:chgData name="박 창규" userId="fef3e9c2-3755-4c94-893d-f890b45660c5" providerId="ADAL" clId="{35C9DAEA-1B02-41B6-84D7-160CEEF4B2E7}" dt="2026-03-05T06:17:24.452" v="7877" actId="165"/>
          <ac:picMkLst>
            <pc:docMk/>
            <pc:sldMk cId="507205614" sldId="2147480452"/>
            <ac:picMk id="142" creationId="{E67F81DD-9A73-7913-6DF8-379572F71391}"/>
          </ac:picMkLst>
        </pc:picChg>
        <pc:picChg chg="add del mod">
          <ac:chgData name="박 창규" userId="fef3e9c2-3755-4c94-893d-f890b45660c5" providerId="ADAL" clId="{35C9DAEA-1B02-41B6-84D7-160CEEF4B2E7}" dt="2026-03-05T06:12:33.926" v="7724" actId="478"/>
          <ac:picMkLst>
            <pc:docMk/>
            <pc:sldMk cId="507205614" sldId="2147480452"/>
            <ac:picMk id="178" creationId="{329627C1-2136-7EB5-33C4-3B5CFEB8CC2A}"/>
          </ac:picMkLst>
        </pc:picChg>
        <pc:picChg chg="mod topLvl">
          <ac:chgData name="박 창규" userId="fef3e9c2-3755-4c94-893d-f890b45660c5" providerId="ADAL" clId="{35C9DAEA-1B02-41B6-84D7-160CEEF4B2E7}" dt="2026-03-05T06:17:45.399" v="7884" actId="165"/>
          <ac:picMkLst>
            <pc:docMk/>
            <pc:sldMk cId="507205614" sldId="2147480452"/>
            <ac:picMk id="253" creationId="{EB90ED2B-D5A3-F645-12E1-37F80E5567F9}"/>
          </ac:picMkLst>
        </pc:picChg>
        <pc:picChg chg="mod topLvl">
          <ac:chgData name="박 창규" userId="fef3e9c2-3755-4c94-893d-f890b45660c5" providerId="ADAL" clId="{35C9DAEA-1B02-41B6-84D7-160CEEF4B2E7}" dt="2026-03-05T06:17:51.373" v="7887" actId="12789"/>
          <ac:picMkLst>
            <pc:docMk/>
            <pc:sldMk cId="507205614" sldId="2147480452"/>
            <ac:picMk id="254" creationId="{CF52152B-8E56-A5CF-12C8-C72C91AB2B96}"/>
          </ac:picMkLst>
        </pc:picChg>
        <pc:picChg chg="mod topLvl">
          <ac:chgData name="박 창규" userId="fef3e9c2-3755-4c94-893d-f890b45660c5" providerId="ADAL" clId="{35C9DAEA-1B02-41B6-84D7-160CEEF4B2E7}" dt="2026-03-05T06:17:45.399" v="7884" actId="165"/>
          <ac:picMkLst>
            <pc:docMk/>
            <pc:sldMk cId="507205614" sldId="2147480452"/>
            <ac:picMk id="255" creationId="{F22DEBB5-54FF-E8F7-211E-2CFD064B5652}"/>
          </ac:picMkLst>
        </pc:picChg>
        <pc:picChg chg="mod topLvl">
          <ac:chgData name="박 창규" userId="fef3e9c2-3755-4c94-893d-f890b45660c5" providerId="ADAL" clId="{35C9DAEA-1B02-41B6-84D7-160CEEF4B2E7}" dt="2026-03-05T06:17:45.399" v="7884" actId="165"/>
          <ac:picMkLst>
            <pc:docMk/>
            <pc:sldMk cId="507205614" sldId="2147480452"/>
            <ac:picMk id="256" creationId="{F24B6114-DD12-AF89-420C-85B6CA30C789}"/>
          </ac:picMkLst>
        </pc:picChg>
        <pc:picChg chg="del topLvl">
          <ac:chgData name="박 창규" userId="fef3e9c2-3755-4c94-893d-f890b45660c5" providerId="ADAL" clId="{35C9DAEA-1B02-41B6-84D7-160CEEF4B2E7}" dt="2026-03-05T06:08:53.499" v="7229" actId="478"/>
          <ac:picMkLst>
            <pc:docMk/>
            <pc:sldMk cId="507205614" sldId="2147480452"/>
            <ac:picMk id="257" creationId="{FB4A16FE-2FA8-C017-B426-993A9AB218BF}"/>
          </ac:picMkLst>
        </pc:picChg>
        <pc:picChg chg="mod">
          <ac:chgData name="박 창규" userId="fef3e9c2-3755-4c94-893d-f890b45660c5" providerId="ADAL" clId="{35C9DAEA-1B02-41B6-84D7-160CEEF4B2E7}" dt="2026-03-05T06:08:58.245" v="7230"/>
          <ac:picMkLst>
            <pc:docMk/>
            <pc:sldMk cId="507205614" sldId="2147480452"/>
            <ac:picMk id="281" creationId="{9EB3C971-65B9-4594-6DEE-CB55AE83A20B}"/>
          </ac:picMkLst>
        </pc:picChg>
        <pc:picChg chg="mod">
          <ac:chgData name="박 창규" userId="fef3e9c2-3755-4c94-893d-f890b45660c5" providerId="ADAL" clId="{35C9DAEA-1B02-41B6-84D7-160CEEF4B2E7}" dt="2026-03-05T06:02:47.959" v="6619" actId="571"/>
          <ac:picMkLst>
            <pc:docMk/>
            <pc:sldMk cId="507205614" sldId="2147480452"/>
            <ac:picMk id="284" creationId="{FD814593-FE87-73B4-37E5-2903F1B0B5D8}"/>
          </ac:picMkLst>
        </pc:picChg>
        <pc:picChg chg="add del mod">
          <ac:chgData name="박 창규" userId="fef3e9c2-3755-4c94-893d-f890b45660c5" providerId="ADAL" clId="{35C9DAEA-1B02-41B6-84D7-160CEEF4B2E7}" dt="2026-03-05T06:08:07.412" v="7168" actId="478"/>
          <ac:picMkLst>
            <pc:docMk/>
            <pc:sldMk cId="507205614" sldId="2147480452"/>
            <ac:picMk id="293" creationId="{BA48124F-5D69-2C24-0058-93E02B669563}"/>
          </ac:picMkLst>
        </pc:picChg>
        <pc:cxnChg chg="mod">
          <ac:chgData name="박 창규" userId="fef3e9c2-3755-4c94-893d-f890b45660c5" providerId="ADAL" clId="{35C9DAEA-1B02-41B6-84D7-160CEEF4B2E7}" dt="2026-03-05T05:31:20.917" v="5846" actId="164"/>
          <ac:cxnSpMkLst>
            <pc:docMk/>
            <pc:sldMk cId="507205614" sldId="2147480452"/>
            <ac:cxnSpMk id="21" creationId="{9DC9826C-00F4-4447-87C8-8503EF06B792}"/>
          </ac:cxnSpMkLst>
        </pc:cxnChg>
        <pc:cxnChg chg="mod">
          <ac:chgData name="박 창규" userId="fef3e9c2-3755-4c94-893d-f890b45660c5" providerId="ADAL" clId="{35C9DAEA-1B02-41B6-84D7-160CEEF4B2E7}" dt="2026-03-05T05:31:20.917" v="5846" actId="164"/>
          <ac:cxnSpMkLst>
            <pc:docMk/>
            <pc:sldMk cId="507205614" sldId="2147480452"/>
            <ac:cxnSpMk id="22" creationId="{8EECA282-B18B-CDB0-3CDD-51A46F4CF3B9}"/>
          </ac:cxnSpMkLst>
        </pc:cxnChg>
        <pc:cxnChg chg="add mod">
          <ac:chgData name="박 창규" userId="fef3e9c2-3755-4c94-893d-f890b45660c5" providerId="ADAL" clId="{35C9DAEA-1B02-41B6-84D7-160CEEF4B2E7}" dt="2026-03-05T05:54:21.955" v="6352" actId="164"/>
          <ac:cxnSpMkLst>
            <pc:docMk/>
            <pc:sldMk cId="507205614" sldId="2147480452"/>
            <ac:cxnSpMk id="100" creationId="{09A88B89-A60E-E831-8697-948E59B64827}"/>
          </ac:cxnSpMkLst>
        </pc:cxnChg>
        <pc:cxnChg chg="add mod">
          <ac:chgData name="박 창규" userId="fef3e9c2-3755-4c94-893d-f890b45660c5" providerId="ADAL" clId="{35C9DAEA-1B02-41B6-84D7-160CEEF4B2E7}" dt="2026-03-05T05:54:25.271" v="6355" actId="164"/>
          <ac:cxnSpMkLst>
            <pc:docMk/>
            <pc:sldMk cId="507205614" sldId="2147480452"/>
            <ac:cxnSpMk id="103" creationId="{4297660B-791E-B8A5-EA20-CD23DF2CD05D}"/>
          </ac:cxnSpMkLst>
        </pc:cxnChg>
        <pc:cxnChg chg="add mod">
          <ac:chgData name="박 창규" userId="fef3e9c2-3755-4c94-893d-f890b45660c5" providerId="ADAL" clId="{35C9DAEA-1B02-41B6-84D7-160CEEF4B2E7}" dt="2026-03-05T05:54:18.509" v="6349" actId="164"/>
          <ac:cxnSpMkLst>
            <pc:docMk/>
            <pc:sldMk cId="507205614" sldId="2147480452"/>
            <ac:cxnSpMk id="105" creationId="{3141C69D-3A79-A5EB-AD15-130513B0FD06}"/>
          </ac:cxnSpMkLst>
        </pc:cxnChg>
        <pc:cxnChg chg="add mod">
          <ac:chgData name="박 창규" userId="fef3e9c2-3755-4c94-893d-f890b45660c5" providerId="ADAL" clId="{35C9DAEA-1B02-41B6-84D7-160CEEF4B2E7}" dt="2026-03-05T05:54:14.120" v="6346" actId="164"/>
          <ac:cxnSpMkLst>
            <pc:docMk/>
            <pc:sldMk cId="507205614" sldId="2147480452"/>
            <ac:cxnSpMk id="106" creationId="{072BDB68-43D7-9A75-C021-6153EBFFED71}"/>
          </ac:cxnSpMkLst>
        </pc:cxnChg>
        <pc:cxnChg chg="del">
          <ac:chgData name="박 창규" userId="fef3e9c2-3755-4c94-893d-f890b45660c5" providerId="ADAL" clId="{35C9DAEA-1B02-41B6-84D7-160CEEF4B2E7}" dt="2026-03-05T05:56:15.140" v="6398" actId="478"/>
          <ac:cxnSpMkLst>
            <pc:docMk/>
            <pc:sldMk cId="507205614" sldId="2147480452"/>
            <ac:cxnSpMk id="127" creationId="{503925EB-621A-932C-2191-72991763C6D0}"/>
          </ac:cxnSpMkLst>
        </pc:cxnChg>
        <pc:cxnChg chg="mod">
          <ac:chgData name="박 창규" userId="fef3e9c2-3755-4c94-893d-f890b45660c5" providerId="ADAL" clId="{35C9DAEA-1B02-41B6-84D7-160CEEF4B2E7}" dt="2026-03-05T05:56:31.249" v="6403" actId="12788"/>
          <ac:cxnSpMkLst>
            <pc:docMk/>
            <pc:sldMk cId="507205614" sldId="2147480452"/>
            <ac:cxnSpMk id="129" creationId="{9B998C21-F32D-CDDB-54E0-1EDBE8AC0727}"/>
          </ac:cxnSpMkLst>
        </pc:cxnChg>
        <pc:cxnChg chg="mod">
          <ac:chgData name="박 창규" userId="fef3e9c2-3755-4c94-893d-f890b45660c5" providerId="ADAL" clId="{35C9DAEA-1B02-41B6-84D7-160CEEF4B2E7}" dt="2026-03-05T05:56:46.136" v="6408" actId="12788"/>
          <ac:cxnSpMkLst>
            <pc:docMk/>
            <pc:sldMk cId="507205614" sldId="2147480452"/>
            <ac:cxnSpMk id="131" creationId="{D3BFC9DA-9EB0-F0F2-7208-149759600152}"/>
          </ac:cxnSpMkLst>
        </pc:cxnChg>
        <pc:cxnChg chg="mod">
          <ac:chgData name="박 창규" userId="fef3e9c2-3755-4c94-893d-f890b45660c5" providerId="ADAL" clId="{35C9DAEA-1B02-41B6-84D7-160CEEF4B2E7}" dt="2026-03-05T05:58:04.898" v="6541" actId="12788"/>
          <ac:cxnSpMkLst>
            <pc:docMk/>
            <pc:sldMk cId="507205614" sldId="2147480452"/>
            <ac:cxnSpMk id="133" creationId="{133C1007-81F1-3308-8075-FDAFE73850D5}"/>
          </ac:cxnSpMkLst>
        </pc:cxnChg>
        <pc:cxnChg chg="mod">
          <ac:chgData name="박 창규" userId="fef3e9c2-3755-4c94-893d-f890b45660c5" providerId="ADAL" clId="{35C9DAEA-1B02-41B6-84D7-160CEEF4B2E7}" dt="2026-03-05T06:00:01.388" v="6565" actId="208"/>
          <ac:cxnSpMkLst>
            <pc:docMk/>
            <pc:sldMk cId="507205614" sldId="2147480452"/>
            <ac:cxnSpMk id="241" creationId="{49349F43-1A37-4C12-B2A7-69D0A8CE7615}"/>
          </ac:cxnSpMkLst>
        </pc:cxnChg>
        <pc:cxnChg chg="mod">
          <ac:chgData name="박 창규" userId="fef3e9c2-3755-4c94-893d-f890b45660c5" providerId="ADAL" clId="{35C9DAEA-1B02-41B6-84D7-160CEEF4B2E7}" dt="2026-03-05T05:59:59.690" v="6564" actId="208"/>
          <ac:cxnSpMkLst>
            <pc:docMk/>
            <pc:sldMk cId="507205614" sldId="2147480452"/>
            <ac:cxnSpMk id="243" creationId="{61615BCA-938F-8ACB-8BE0-FB9CA6D21968}"/>
          </ac:cxnSpMkLst>
        </pc:cxnChg>
        <pc:cxnChg chg="mod">
          <ac:chgData name="박 창규" userId="fef3e9c2-3755-4c94-893d-f890b45660c5" providerId="ADAL" clId="{35C9DAEA-1B02-41B6-84D7-160CEEF4B2E7}" dt="2026-03-05T05:59:57.368" v="6563" actId="208"/>
          <ac:cxnSpMkLst>
            <pc:docMk/>
            <pc:sldMk cId="507205614" sldId="2147480452"/>
            <ac:cxnSpMk id="245" creationId="{5C600F2C-89E8-0055-E73A-729B206F985B}"/>
          </ac:cxnSpMkLst>
        </pc:cxnChg>
        <pc:cxnChg chg="mod">
          <ac:chgData name="박 창규" userId="fef3e9c2-3755-4c94-893d-f890b45660c5" providerId="ADAL" clId="{35C9DAEA-1B02-41B6-84D7-160CEEF4B2E7}" dt="2026-03-05T06:01:16.474" v="6586" actId="12788"/>
          <ac:cxnSpMkLst>
            <pc:docMk/>
            <pc:sldMk cId="507205614" sldId="2147480452"/>
            <ac:cxnSpMk id="247" creationId="{B83BA3EA-C904-2CAB-5311-8F65DD91E1F1}"/>
          </ac:cxnSpMkLst>
        </pc:cxnChg>
        <pc:cxnChg chg="mod">
          <ac:chgData name="박 창규" userId="fef3e9c2-3755-4c94-893d-f890b45660c5" providerId="ADAL" clId="{35C9DAEA-1B02-41B6-84D7-160CEEF4B2E7}" dt="2026-03-05T06:01:12.460" v="6585" actId="571"/>
          <ac:cxnSpMkLst>
            <pc:docMk/>
            <pc:sldMk cId="507205614" sldId="2147480452"/>
            <ac:cxnSpMk id="262" creationId="{FE902BA8-9476-3FFB-F231-5B9BF650C03B}"/>
          </ac:cxnSpMkLst>
        </pc:cxnChg>
        <pc:cxnChg chg="mod">
          <ac:chgData name="박 창규" userId="fef3e9c2-3755-4c94-893d-f890b45660c5" providerId="ADAL" clId="{35C9DAEA-1B02-41B6-84D7-160CEEF4B2E7}" dt="2026-03-05T06:01:12.269" v="6584" actId="571"/>
          <ac:cxnSpMkLst>
            <pc:docMk/>
            <pc:sldMk cId="507205614" sldId="2147480452"/>
            <ac:cxnSpMk id="265" creationId="{56F7E043-F4F7-DB3F-2E1B-9EA32739C097}"/>
          </ac:cxnSpMkLst>
        </pc:cxnChg>
        <pc:cxnChg chg="mod">
          <ac:chgData name="박 창규" userId="fef3e9c2-3755-4c94-893d-f890b45660c5" providerId="ADAL" clId="{35C9DAEA-1B02-41B6-84D7-160CEEF4B2E7}" dt="2026-03-05T06:01:12.065" v="6583" actId="571"/>
          <ac:cxnSpMkLst>
            <pc:docMk/>
            <pc:sldMk cId="507205614" sldId="2147480452"/>
            <ac:cxnSpMk id="268" creationId="{686F19BA-AB63-B56B-229E-9FB1978AB912}"/>
          </ac:cxnSpMkLst>
        </pc:cxnChg>
        <pc:cxnChg chg="mod">
          <ac:chgData name="박 창규" userId="fef3e9c2-3755-4c94-893d-f890b45660c5" providerId="ADAL" clId="{35C9DAEA-1B02-41B6-84D7-160CEEF4B2E7}" dt="2026-03-05T06:01:21.040" v="6588" actId="571"/>
          <ac:cxnSpMkLst>
            <pc:docMk/>
            <pc:sldMk cId="507205614" sldId="2147480452"/>
            <ac:cxnSpMk id="271" creationId="{1A897926-F01C-1390-51BF-0241420C19CB}"/>
          </ac:cxnSpMkLst>
        </pc:cxnChg>
        <pc:cxnChg chg="mod">
          <ac:chgData name="박 창규" userId="fef3e9c2-3755-4c94-893d-f890b45660c5" providerId="ADAL" clId="{35C9DAEA-1B02-41B6-84D7-160CEEF4B2E7}" dt="2026-03-05T06:01:22.328" v="6589" actId="571"/>
          <ac:cxnSpMkLst>
            <pc:docMk/>
            <pc:sldMk cId="507205614" sldId="2147480452"/>
            <ac:cxnSpMk id="274" creationId="{20810DE2-26D0-C8EC-26F9-3F47837D33DF}"/>
          </ac:cxnSpMkLst>
        </pc:cxnChg>
        <pc:cxnChg chg="mod">
          <ac:chgData name="박 창규" userId="fef3e9c2-3755-4c94-893d-f890b45660c5" providerId="ADAL" clId="{35C9DAEA-1B02-41B6-84D7-160CEEF4B2E7}" dt="2026-03-05T06:01:22.487" v="6590" actId="571"/>
          <ac:cxnSpMkLst>
            <pc:docMk/>
            <pc:sldMk cId="507205614" sldId="2147480452"/>
            <ac:cxnSpMk id="277" creationId="{9DE906A9-BE95-6B6A-F5AF-A67A7AF7A6AF}"/>
          </ac:cxnSpMkLst>
        </pc:cxnChg>
        <pc:cxnChg chg="mod">
          <ac:chgData name="박 창규" userId="fef3e9c2-3755-4c94-893d-f890b45660c5" providerId="ADAL" clId="{35C9DAEA-1B02-41B6-84D7-160CEEF4B2E7}" dt="2026-03-05T06:08:45.817" v="7227" actId="571"/>
          <ac:cxnSpMkLst>
            <pc:docMk/>
            <pc:sldMk cId="507205614" sldId="2147480452"/>
            <ac:cxnSpMk id="307" creationId="{3D362E96-75B1-62BE-2F2E-73224CB87A4E}"/>
          </ac:cxnSpMkLst>
        </pc:cxnChg>
        <pc:cxnChg chg="mod">
          <ac:chgData name="박 창규" userId="fef3e9c2-3755-4c94-893d-f890b45660c5" providerId="ADAL" clId="{35C9DAEA-1B02-41B6-84D7-160CEEF4B2E7}" dt="2026-03-05T06:08:47.133" v="7228" actId="571"/>
          <ac:cxnSpMkLst>
            <pc:docMk/>
            <pc:sldMk cId="507205614" sldId="2147480452"/>
            <ac:cxnSpMk id="314" creationId="{2102CE4F-4CBC-E7F5-0593-0FCD28132696}"/>
          </ac:cxnSpMkLst>
        </pc:cxnChg>
        <pc:cxnChg chg="add mod">
          <ac:chgData name="박 창규" userId="fef3e9c2-3755-4c94-893d-f890b45660c5" providerId="ADAL" clId="{35C9DAEA-1B02-41B6-84D7-160CEEF4B2E7}" dt="2026-03-05T06:18:30.992" v="7900" actId="208"/>
          <ac:cxnSpMkLst>
            <pc:docMk/>
            <pc:sldMk cId="507205614" sldId="2147480452"/>
            <ac:cxnSpMk id="326" creationId="{80343774-4A17-F4FC-5CC1-083CB2B36BC3}"/>
          </ac:cxnSpMkLst>
        </pc:cxnChg>
        <pc:cxnChg chg="add mod">
          <ac:chgData name="박 창규" userId="fef3e9c2-3755-4c94-893d-f890b45660c5" providerId="ADAL" clId="{35C9DAEA-1B02-41B6-84D7-160CEEF4B2E7}" dt="2026-03-05T06:18:30.992" v="7900" actId="208"/>
          <ac:cxnSpMkLst>
            <pc:docMk/>
            <pc:sldMk cId="507205614" sldId="2147480452"/>
            <ac:cxnSpMk id="327" creationId="{29C7FF1E-0DBE-EF81-7778-3F7FAA6C7EA9}"/>
          </ac:cxnSpMkLst>
        </pc:cxnChg>
        <pc:cxnChg chg="add mod">
          <ac:chgData name="박 창규" userId="fef3e9c2-3755-4c94-893d-f890b45660c5" providerId="ADAL" clId="{35C9DAEA-1B02-41B6-84D7-160CEEF4B2E7}" dt="2026-03-05T06:18:30.992" v="7900" actId="208"/>
          <ac:cxnSpMkLst>
            <pc:docMk/>
            <pc:sldMk cId="507205614" sldId="2147480452"/>
            <ac:cxnSpMk id="328" creationId="{D12E3D14-B6BA-3D59-CF29-8D92F68AF990}"/>
          </ac:cxnSpMkLst>
        </pc:cxnChg>
        <pc:cxnChg chg="mod">
          <ac:chgData name="박 창규" userId="fef3e9c2-3755-4c94-893d-f890b45660c5" providerId="ADAL" clId="{35C9DAEA-1B02-41B6-84D7-160CEEF4B2E7}" dt="2026-03-05T06:18:30.992" v="7900" actId="208"/>
          <ac:cxnSpMkLst>
            <pc:docMk/>
            <pc:sldMk cId="507205614" sldId="2147480452"/>
            <ac:cxnSpMk id="332" creationId="{C6358EC5-ED7A-ECC4-BD4F-7B41834BFE68}"/>
          </ac:cxnSpMkLst>
        </pc:cxnChg>
        <pc:cxnChg chg="mod">
          <ac:chgData name="박 창규" userId="fef3e9c2-3755-4c94-893d-f890b45660c5" providerId="ADAL" clId="{35C9DAEA-1B02-41B6-84D7-160CEEF4B2E7}" dt="2026-03-05T06:18:30.992" v="7900" actId="208"/>
          <ac:cxnSpMkLst>
            <pc:docMk/>
            <pc:sldMk cId="507205614" sldId="2147480452"/>
            <ac:cxnSpMk id="333" creationId="{3399A80D-EE5A-8F0C-FC16-36B5FB433CF5}"/>
          </ac:cxnSpMkLst>
        </pc:cxnChg>
        <pc:cxnChg chg="mod">
          <ac:chgData name="박 창규" userId="fef3e9c2-3755-4c94-893d-f890b45660c5" providerId="ADAL" clId="{35C9DAEA-1B02-41B6-84D7-160CEEF4B2E7}" dt="2026-03-05T06:18:30.992" v="7900" actId="208"/>
          <ac:cxnSpMkLst>
            <pc:docMk/>
            <pc:sldMk cId="507205614" sldId="2147480452"/>
            <ac:cxnSpMk id="334" creationId="{C49F1114-F27D-8BAA-F584-E96B6DA48CEC}"/>
          </ac:cxnSpMkLst>
        </pc:cxnChg>
        <pc:cxnChg chg="mod topLvl">
          <ac:chgData name="박 창규" userId="fef3e9c2-3755-4c94-893d-f890b45660c5" providerId="ADAL" clId="{35C9DAEA-1B02-41B6-84D7-160CEEF4B2E7}" dt="2026-03-05T06:18:10.565" v="7892" actId="164"/>
          <ac:cxnSpMkLst>
            <pc:docMk/>
            <pc:sldMk cId="507205614" sldId="2147480452"/>
            <ac:cxnSpMk id="336" creationId="{11C45A6A-B876-17AF-0A26-F54FE72B4714}"/>
          </ac:cxnSpMkLst>
        </pc:cxnChg>
        <pc:cxnChg chg="mod topLvl">
          <ac:chgData name="박 창규" userId="fef3e9c2-3755-4c94-893d-f890b45660c5" providerId="ADAL" clId="{35C9DAEA-1B02-41B6-84D7-160CEEF4B2E7}" dt="2026-03-05T06:18:10.565" v="7892" actId="164"/>
          <ac:cxnSpMkLst>
            <pc:docMk/>
            <pc:sldMk cId="507205614" sldId="2147480452"/>
            <ac:cxnSpMk id="337" creationId="{BC679E61-3226-0FD2-3634-BA6047522EC6}"/>
          </ac:cxnSpMkLst>
        </pc:cxnChg>
        <pc:cxnChg chg="mod topLvl">
          <ac:chgData name="박 창규" userId="fef3e9c2-3755-4c94-893d-f890b45660c5" providerId="ADAL" clId="{35C9DAEA-1B02-41B6-84D7-160CEEF4B2E7}" dt="2026-03-05T06:18:10.565" v="7892" actId="164"/>
          <ac:cxnSpMkLst>
            <pc:docMk/>
            <pc:sldMk cId="507205614" sldId="2147480452"/>
            <ac:cxnSpMk id="338" creationId="{258A8023-E71E-3BD4-95D7-D40D320E8100}"/>
          </ac:cxnSpMkLst>
        </pc:cxnChg>
      </pc:sldChg>
      <pc:sldChg chg="add del">
        <pc:chgData name="박 창규" userId="fef3e9c2-3755-4c94-893d-f890b45660c5" providerId="ADAL" clId="{35C9DAEA-1B02-41B6-84D7-160CEEF4B2E7}" dt="2026-03-05T06:12:55.151" v="7747" actId="47"/>
        <pc:sldMkLst>
          <pc:docMk/>
          <pc:sldMk cId="2726177994" sldId="2147480453"/>
        </pc:sldMkLst>
      </pc:sldChg>
      <pc:sldChg chg="addSp delSp modSp add mod">
        <pc:chgData name="박 창규" userId="fef3e9c2-3755-4c94-893d-f890b45660c5" providerId="ADAL" clId="{35C9DAEA-1B02-41B6-84D7-160CEEF4B2E7}" dt="2026-03-05T06:52:23.415" v="8788" actId="6549"/>
        <pc:sldMkLst>
          <pc:docMk/>
          <pc:sldMk cId="2935358831" sldId="2147480453"/>
        </pc:sldMkLst>
        <pc:spChg chg="mod">
          <ac:chgData name="박 창규" userId="fef3e9c2-3755-4c94-893d-f890b45660c5" providerId="ADAL" clId="{35C9DAEA-1B02-41B6-84D7-160CEEF4B2E7}" dt="2026-03-05T06:34:10.486" v="7986" actId="6549"/>
          <ac:spMkLst>
            <pc:docMk/>
            <pc:sldMk cId="2935358831" sldId="2147480453"/>
            <ac:spMk id="2" creationId="{25794E8C-23B1-8CE0-510B-ADF2DA37503E}"/>
          </ac:spMkLst>
        </pc:spChg>
        <pc:spChg chg="mod">
          <ac:chgData name="박 창규" userId="fef3e9c2-3755-4c94-893d-f890b45660c5" providerId="ADAL" clId="{35C9DAEA-1B02-41B6-84D7-160CEEF4B2E7}" dt="2026-03-05T06:52:23.415" v="8788" actId="6549"/>
          <ac:spMkLst>
            <pc:docMk/>
            <pc:sldMk cId="2935358831" sldId="2147480453"/>
            <ac:spMk id="3" creationId="{04D13AFB-1A52-5583-AA30-8C1D86CB6A78}"/>
          </ac:spMkLst>
        </pc:spChg>
        <pc:spChg chg="mod">
          <ac:chgData name="박 창규" userId="fef3e9c2-3755-4c94-893d-f890b45660c5" providerId="ADAL" clId="{35C9DAEA-1B02-41B6-84D7-160CEEF4B2E7}" dt="2026-03-05T06:42:41.177" v="8237" actId="1035"/>
          <ac:spMkLst>
            <pc:docMk/>
            <pc:sldMk cId="2935358831" sldId="2147480453"/>
            <ac:spMk id="4" creationId="{75B5914B-9B8A-9470-6899-338145124C6B}"/>
          </ac:spMkLst>
        </pc:spChg>
        <pc:spChg chg="mod">
          <ac:chgData name="박 창규" userId="fef3e9c2-3755-4c94-893d-f890b45660c5" providerId="ADAL" clId="{35C9DAEA-1B02-41B6-84D7-160CEEF4B2E7}" dt="2026-03-05T06:41:55.249" v="8219" actId="1036"/>
          <ac:spMkLst>
            <pc:docMk/>
            <pc:sldMk cId="2935358831" sldId="2147480453"/>
            <ac:spMk id="5" creationId="{8DEF726D-069E-427B-914A-FBFA52BF9648}"/>
          </ac:spMkLst>
        </pc:spChg>
        <pc:spChg chg="add del mod">
          <ac:chgData name="박 창규" userId="fef3e9c2-3755-4c94-893d-f890b45660c5" providerId="ADAL" clId="{35C9DAEA-1B02-41B6-84D7-160CEEF4B2E7}" dt="2026-03-05T06:37:25.231" v="8111" actId="478"/>
          <ac:spMkLst>
            <pc:docMk/>
            <pc:sldMk cId="2935358831" sldId="2147480453"/>
            <ac:spMk id="6" creationId="{EEA59322-F1C8-3BA1-94AF-23C7FEFCB149}"/>
          </ac:spMkLst>
        </pc:spChg>
        <pc:spChg chg="mod">
          <ac:chgData name="박 창규" userId="fef3e9c2-3755-4c94-893d-f890b45660c5" providerId="ADAL" clId="{35C9DAEA-1B02-41B6-84D7-160CEEF4B2E7}" dt="2026-03-05T06:45:13.565" v="8573" actId="20577"/>
          <ac:spMkLst>
            <pc:docMk/>
            <pc:sldMk cId="2935358831" sldId="2147480453"/>
            <ac:spMk id="9" creationId="{FD0E393E-4C48-C481-A3F0-E81E243EA05D}"/>
          </ac:spMkLst>
        </pc:spChg>
        <pc:spChg chg="mod">
          <ac:chgData name="박 창규" userId="fef3e9c2-3755-4c94-893d-f890b45660c5" providerId="ADAL" clId="{35C9DAEA-1B02-41B6-84D7-160CEEF4B2E7}" dt="2026-03-05T06:47:04.465" v="8640" actId="20577"/>
          <ac:spMkLst>
            <pc:docMk/>
            <pc:sldMk cId="2935358831" sldId="2147480453"/>
            <ac:spMk id="10" creationId="{AB6DE78C-EC9D-22F8-4507-513D9CB9C9D3}"/>
          </ac:spMkLst>
        </pc:spChg>
        <pc:spChg chg="del mod">
          <ac:chgData name="박 창규" userId="fef3e9c2-3755-4c94-893d-f890b45660c5" providerId="ADAL" clId="{35C9DAEA-1B02-41B6-84D7-160CEEF4B2E7}" dt="2026-03-05T06:36:07.969" v="8094" actId="478"/>
          <ac:spMkLst>
            <pc:docMk/>
            <pc:sldMk cId="2935358831" sldId="2147480453"/>
            <ac:spMk id="11" creationId="{2FD6C25D-EF97-E170-CF08-627A824CB091}"/>
          </ac:spMkLst>
        </pc:spChg>
        <pc:spChg chg="del">
          <ac:chgData name="박 창규" userId="fef3e9c2-3755-4c94-893d-f890b45660c5" providerId="ADAL" clId="{35C9DAEA-1B02-41B6-84D7-160CEEF4B2E7}" dt="2026-03-05T06:34:27.973" v="7988" actId="478"/>
          <ac:spMkLst>
            <pc:docMk/>
            <pc:sldMk cId="2935358831" sldId="2147480453"/>
            <ac:spMk id="21" creationId="{C9D682AE-4B65-53C3-DC93-914B1EC537B4}"/>
          </ac:spMkLst>
        </pc:spChg>
        <pc:spChg chg="del">
          <ac:chgData name="박 창규" userId="fef3e9c2-3755-4c94-893d-f890b45660c5" providerId="ADAL" clId="{35C9DAEA-1B02-41B6-84D7-160CEEF4B2E7}" dt="2026-03-05T06:34:27.973" v="7988" actId="478"/>
          <ac:spMkLst>
            <pc:docMk/>
            <pc:sldMk cId="2935358831" sldId="2147480453"/>
            <ac:spMk id="22" creationId="{40454D67-88D3-CA66-B6A2-148664175680}"/>
          </ac:spMkLst>
        </pc:spChg>
        <pc:spChg chg="del mod">
          <ac:chgData name="박 창규" userId="fef3e9c2-3755-4c94-893d-f890b45660c5" providerId="ADAL" clId="{35C9DAEA-1B02-41B6-84D7-160CEEF4B2E7}" dt="2026-03-05T06:37:25.231" v="8111" actId="478"/>
          <ac:spMkLst>
            <pc:docMk/>
            <pc:sldMk cId="2935358831" sldId="2147480453"/>
            <ac:spMk id="23" creationId="{535D2FC2-9CF3-5011-6071-EED87A9D8ACC}"/>
          </ac:spMkLst>
        </pc:spChg>
        <pc:spChg chg="del mod">
          <ac:chgData name="박 창규" userId="fef3e9c2-3755-4c94-893d-f890b45660c5" providerId="ADAL" clId="{35C9DAEA-1B02-41B6-84D7-160CEEF4B2E7}" dt="2026-03-05T06:36:07.969" v="8094" actId="478"/>
          <ac:spMkLst>
            <pc:docMk/>
            <pc:sldMk cId="2935358831" sldId="2147480453"/>
            <ac:spMk id="24" creationId="{5983B178-266A-A9AA-5947-AE8BB535FB60}"/>
          </ac:spMkLst>
        </pc:spChg>
        <pc:spChg chg="mod">
          <ac:chgData name="박 창규" userId="fef3e9c2-3755-4c94-893d-f890b45660c5" providerId="ADAL" clId="{35C9DAEA-1B02-41B6-84D7-160CEEF4B2E7}" dt="2026-03-05T06:38:54.914" v="8151" actId="113"/>
          <ac:spMkLst>
            <pc:docMk/>
            <pc:sldMk cId="2935358831" sldId="2147480453"/>
            <ac:spMk id="26" creationId="{6AB1AAB5-A35F-D04D-3A11-86E56650E3D3}"/>
          </ac:spMkLst>
        </pc:spChg>
        <pc:spChg chg="mod">
          <ac:chgData name="박 창규" userId="fef3e9c2-3755-4c94-893d-f890b45660c5" providerId="ADAL" clId="{35C9DAEA-1B02-41B6-84D7-160CEEF4B2E7}" dt="2026-03-05T06:38:54.914" v="8151" actId="113"/>
          <ac:spMkLst>
            <pc:docMk/>
            <pc:sldMk cId="2935358831" sldId="2147480453"/>
            <ac:spMk id="29" creationId="{42361852-19A4-8333-6BA0-2ED646B0E25C}"/>
          </ac:spMkLst>
        </pc:spChg>
        <pc:spChg chg="mod">
          <ac:chgData name="박 창규" userId="fef3e9c2-3755-4c94-893d-f890b45660c5" providerId="ADAL" clId="{35C9DAEA-1B02-41B6-84D7-160CEEF4B2E7}" dt="2026-03-05T06:38:54.914" v="8151" actId="113"/>
          <ac:spMkLst>
            <pc:docMk/>
            <pc:sldMk cId="2935358831" sldId="2147480453"/>
            <ac:spMk id="32" creationId="{661E30AF-65B5-05D3-E492-1C5B9CC104DF}"/>
          </ac:spMkLst>
        </pc:spChg>
        <pc:spChg chg="mod">
          <ac:chgData name="박 창규" userId="fef3e9c2-3755-4c94-893d-f890b45660c5" providerId="ADAL" clId="{35C9DAEA-1B02-41B6-84D7-160CEEF4B2E7}" dt="2026-03-05T06:35:49.477" v="8021"/>
          <ac:spMkLst>
            <pc:docMk/>
            <pc:sldMk cId="2935358831" sldId="2147480453"/>
            <ac:spMk id="33" creationId="{071DCD2F-C8D4-5027-8684-5C0D7B5C217A}"/>
          </ac:spMkLst>
        </pc:spChg>
        <pc:spChg chg="mod">
          <ac:chgData name="박 창규" userId="fef3e9c2-3755-4c94-893d-f890b45660c5" providerId="ADAL" clId="{35C9DAEA-1B02-41B6-84D7-160CEEF4B2E7}" dt="2026-03-05T06:38:54.914" v="8151" actId="113"/>
          <ac:spMkLst>
            <pc:docMk/>
            <pc:sldMk cId="2935358831" sldId="2147480453"/>
            <ac:spMk id="34" creationId="{3D586236-DC17-0E9C-7398-BF03EBEB0131}"/>
          </ac:spMkLst>
        </pc:spChg>
        <pc:spChg chg="mod">
          <ac:chgData name="박 창규" userId="fef3e9c2-3755-4c94-893d-f890b45660c5" providerId="ADAL" clId="{35C9DAEA-1B02-41B6-84D7-160CEEF4B2E7}" dt="2026-03-05T06:35:49.477" v="8021"/>
          <ac:spMkLst>
            <pc:docMk/>
            <pc:sldMk cId="2935358831" sldId="2147480453"/>
            <ac:spMk id="35" creationId="{08534409-61A5-82B6-7241-ACB8B9136C2A}"/>
          </ac:spMkLst>
        </pc:spChg>
        <pc:spChg chg="mod">
          <ac:chgData name="박 창규" userId="fef3e9c2-3755-4c94-893d-f890b45660c5" providerId="ADAL" clId="{35C9DAEA-1B02-41B6-84D7-160CEEF4B2E7}" dt="2026-03-05T06:35:49.477" v="8021"/>
          <ac:spMkLst>
            <pc:docMk/>
            <pc:sldMk cId="2935358831" sldId="2147480453"/>
            <ac:spMk id="36" creationId="{CE765202-5502-3542-9194-911F2FB7E44F}"/>
          </ac:spMkLst>
        </pc:spChg>
        <pc:spChg chg="mod">
          <ac:chgData name="박 창규" userId="fef3e9c2-3755-4c94-893d-f890b45660c5" providerId="ADAL" clId="{35C9DAEA-1B02-41B6-84D7-160CEEF4B2E7}" dt="2026-03-05T06:35:49.477" v="8021"/>
          <ac:spMkLst>
            <pc:docMk/>
            <pc:sldMk cId="2935358831" sldId="2147480453"/>
            <ac:spMk id="37" creationId="{017A11FE-AE07-094A-B5CF-C99459873187}"/>
          </ac:spMkLst>
        </pc:spChg>
        <pc:spChg chg="mod">
          <ac:chgData name="박 창규" userId="fef3e9c2-3755-4c94-893d-f890b45660c5" providerId="ADAL" clId="{35C9DAEA-1B02-41B6-84D7-160CEEF4B2E7}" dt="2026-03-05T06:38:54.914" v="8151" actId="113"/>
          <ac:spMkLst>
            <pc:docMk/>
            <pc:sldMk cId="2935358831" sldId="2147480453"/>
            <ac:spMk id="38" creationId="{6140FFAF-6070-5A81-61E7-1FE2F3A21C92}"/>
          </ac:spMkLst>
        </pc:spChg>
        <pc:spChg chg="del mod">
          <ac:chgData name="박 창규" userId="fef3e9c2-3755-4c94-893d-f890b45660c5" providerId="ADAL" clId="{35C9DAEA-1B02-41B6-84D7-160CEEF4B2E7}" dt="2026-03-05T06:36:16.009" v="8097" actId="478"/>
          <ac:spMkLst>
            <pc:docMk/>
            <pc:sldMk cId="2935358831" sldId="2147480453"/>
            <ac:spMk id="39" creationId="{61FFB21A-9119-6D88-8AED-B1B5BDC62C6A}"/>
          </ac:spMkLst>
        </pc:spChg>
        <pc:spChg chg="del mod">
          <ac:chgData name="박 창규" userId="fef3e9c2-3755-4c94-893d-f890b45660c5" providerId="ADAL" clId="{35C9DAEA-1B02-41B6-84D7-160CEEF4B2E7}" dt="2026-03-05T06:36:16.009" v="8097" actId="478"/>
          <ac:spMkLst>
            <pc:docMk/>
            <pc:sldMk cId="2935358831" sldId="2147480453"/>
            <ac:spMk id="40" creationId="{ABA2BECC-F65D-D1A1-FB25-A33D9483701F}"/>
          </ac:spMkLst>
        </pc:spChg>
        <pc:spChg chg="mod">
          <ac:chgData name="박 창규" userId="fef3e9c2-3755-4c94-893d-f890b45660c5" providerId="ADAL" clId="{35C9DAEA-1B02-41B6-84D7-160CEEF4B2E7}" dt="2026-03-05T06:38:54.914" v="8151" actId="113"/>
          <ac:spMkLst>
            <pc:docMk/>
            <pc:sldMk cId="2935358831" sldId="2147480453"/>
            <ac:spMk id="41" creationId="{56EBAB86-044E-70CE-53FF-A605CC4AF89F}"/>
          </ac:spMkLst>
        </pc:spChg>
        <pc:spChg chg="mod">
          <ac:chgData name="박 창규" userId="fef3e9c2-3755-4c94-893d-f890b45660c5" providerId="ADAL" clId="{35C9DAEA-1B02-41B6-84D7-160CEEF4B2E7}" dt="2026-03-05T06:38:54.914" v="8151" actId="113"/>
          <ac:spMkLst>
            <pc:docMk/>
            <pc:sldMk cId="2935358831" sldId="2147480453"/>
            <ac:spMk id="42" creationId="{5938F01E-CFA1-1A61-7C7F-9259021C1607}"/>
          </ac:spMkLst>
        </pc:spChg>
        <pc:spChg chg="mod">
          <ac:chgData name="박 창규" userId="fef3e9c2-3755-4c94-893d-f890b45660c5" providerId="ADAL" clId="{35C9DAEA-1B02-41B6-84D7-160CEEF4B2E7}" dt="2026-03-05T06:38:54.914" v="8151" actId="113"/>
          <ac:spMkLst>
            <pc:docMk/>
            <pc:sldMk cId="2935358831" sldId="2147480453"/>
            <ac:spMk id="43" creationId="{14CC3B48-67A6-A18C-FBE5-CD5230C9D947}"/>
          </ac:spMkLst>
        </pc:spChg>
        <pc:spChg chg="mod">
          <ac:chgData name="박 창규" userId="fef3e9c2-3755-4c94-893d-f890b45660c5" providerId="ADAL" clId="{35C9DAEA-1B02-41B6-84D7-160CEEF4B2E7}" dt="2026-03-05T06:38:54.914" v="8151" actId="113"/>
          <ac:spMkLst>
            <pc:docMk/>
            <pc:sldMk cId="2935358831" sldId="2147480453"/>
            <ac:spMk id="44" creationId="{D1A4948B-0807-0223-9B42-E74D327C8CD0}"/>
          </ac:spMkLst>
        </pc:spChg>
        <pc:spChg chg="del">
          <ac:chgData name="박 창규" userId="fef3e9c2-3755-4c94-893d-f890b45660c5" providerId="ADAL" clId="{35C9DAEA-1B02-41B6-84D7-160CEEF4B2E7}" dt="2026-03-05T06:36:13.660" v="8096" actId="478"/>
          <ac:spMkLst>
            <pc:docMk/>
            <pc:sldMk cId="2935358831" sldId="2147480453"/>
            <ac:spMk id="45" creationId="{DD2DE296-58CA-5CC9-17BE-9B4956A58288}"/>
          </ac:spMkLst>
        </pc:spChg>
        <pc:spChg chg="mod">
          <ac:chgData name="박 창규" userId="fef3e9c2-3755-4c94-893d-f890b45660c5" providerId="ADAL" clId="{35C9DAEA-1B02-41B6-84D7-160CEEF4B2E7}" dt="2026-03-05T06:35:35.901" v="8017"/>
          <ac:spMkLst>
            <pc:docMk/>
            <pc:sldMk cId="2935358831" sldId="2147480453"/>
            <ac:spMk id="46" creationId="{66079DEC-7307-D075-6ECE-7320C4D2FB59}"/>
          </ac:spMkLst>
        </pc:spChg>
        <pc:spChg chg="mod">
          <ac:chgData name="박 창규" userId="fef3e9c2-3755-4c94-893d-f890b45660c5" providerId="ADAL" clId="{35C9DAEA-1B02-41B6-84D7-160CEEF4B2E7}" dt="2026-03-05T06:38:54.914" v="8151" actId="113"/>
          <ac:spMkLst>
            <pc:docMk/>
            <pc:sldMk cId="2935358831" sldId="2147480453"/>
            <ac:spMk id="48" creationId="{0B22B878-5475-5400-D372-5FDAB1C0C636}"/>
          </ac:spMkLst>
        </pc:spChg>
        <pc:spChg chg="del mod">
          <ac:chgData name="박 창규" userId="fef3e9c2-3755-4c94-893d-f890b45660c5" providerId="ADAL" clId="{35C9DAEA-1B02-41B6-84D7-160CEEF4B2E7}" dt="2026-03-05T06:36:11.369" v="8095" actId="478"/>
          <ac:spMkLst>
            <pc:docMk/>
            <pc:sldMk cId="2935358831" sldId="2147480453"/>
            <ac:spMk id="49" creationId="{B43F0BA7-DD3C-42A2-AAD5-4B11008CCA8F}"/>
          </ac:spMkLst>
        </pc:spChg>
        <pc:spChg chg="mod">
          <ac:chgData name="박 창규" userId="fef3e9c2-3755-4c94-893d-f890b45660c5" providerId="ADAL" clId="{35C9DAEA-1B02-41B6-84D7-160CEEF4B2E7}" dt="2026-03-05T06:35:04.076" v="8001"/>
          <ac:spMkLst>
            <pc:docMk/>
            <pc:sldMk cId="2935358831" sldId="2147480453"/>
            <ac:spMk id="50" creationId="{83E4ADDD-776E-AD49-882B-812B3076A067}"/>
          </ac:spMkLst>
        </pc:spChg>
        <pc:spChg chg="add del mod">
          <ac:chgData name="박 창규" userId="fef3e9c2-3755-4c94-893d-f890b45660c5" providerId="ADAL" clId="{35C9DAEA-1B02-41B6-84D7-160CEEF4B2E7}" dt="2026-03-05T06:38:32.118" v="8141" actId="478"/>
          <ac:spMkLst>
            <pc:docMk/>
            <pc:sldMk cId="2935358831" sldId="2147480453"/>
            <ac:spMk id="52" creationId="{57BDFCC5-A02C-F3C9-9BCC-BB1396B68097}"/>
          </ac:spMkLst>
        </pc:spChg>
        <pc:spChg chg="add del mod">
          <ac:chgData name="박 창규" userId="fef3e9c2-3755-4c94-893d-f890b45660c5" providerId="ADAL" clId="{35C9DAEA-1B02-41B6-84D7-160CEEF4B2E7}" dt="2026-03-05T06:39:49.150" v="8174" actId="478"/>
          <ac:spMkLst>
            <pc:docMk/>
            <pc:sldMk cId="2935358831" sldId="2147480453"/>
            <ac:spMk id="53" creationId="{7CBD0313-51A0-D919-F515-C7E26B4E698F}"/>
          </ac:spMkLst>
        </pc:spChg>
        <pc:spChg chg="del">
          <ac:chgData name="박 창규" userId="fef3e9c2-3755-4c94-893d-f890b45660c5" providerId="ADAL" clId="{35C9DAEA-1B02-41B6-84D7-160CEEF4B2E7}" dt="2026-03-05T06:34:27.973" v="7988" actId="478"/>
          <ac:spMkLst>
            <pc:docMk/>
            <pc:sldMk cId="2935358831" sldId="2147480453"/>
            <ac:spMk id="64" creationId="{8AD5162A-D3D0-75D5-CA5B-6F0451A78F0B}"/>
          </ac:spMkLst>
        </pc:spChg>
        <pc:spChg chg="del">
          <ac:chgData name="박 창규" userId="fef3e9c2-3755-4c94-893d-f890b45660c5" providerId="ADAL" clId="{35C9DAEA-1B02-41B6-84D7-160CEEF4B2E7}" dt="2026-03-05T06:34:27.973" v="7988" actId="478"/>
          <ac:spMkLst>
            <pc:docMk/>
            <pc:sldMk cId="2935358831" sldId="2147480453"/>
            <ac:spMk id="65" creationId="{3D437F53-8F86-8B69-8102-EC7A502ABE7A}"/>
          </ac:spMkLst>
        </pc:spChg>
        <pc:spChg chg="del">
          <ac:chgData name="박 창규" userId="fef3e9c2-3755-4c94-893d-f890b45660c5" providerId="ADAL" clId="{35C9DAEA-1B02-41B6-84D7-160CEEF4B2E7}" dt="2026-03-05T06:34:27.973" v="7988" actId="478"/>
          <ac:spMkLst>
            <pc:docMk/>
            <pc:sldMk cId="2935358831" sldId="2147480453"/>
            <ac:spMk id="66" creationId="{EF13F80D-6CFC-7CFD-049F-91494BA36939}"/>
          </ac:spMkLst>
        </pc:spChg>
        <pc:spChg chg="del">
          <ac:chgData name="박 창규" userId="fef3e9c2-3755-4c94-893d-f890b45660c5" providerId="ADAL" clId="{35C9DAEA-1B02-41B6-84D7-160CEEF4B2E7}" dt="2026-03-05T06:34:27.973" v="7988" actId="478"/>
          <ac:spMkLst>
            <pc:docMk/>
            <pc:sldMk cId="2935358831" sldId="2147480453"/>
            <ac:spMk id="67" creationId="{D0609542-2224-3003-CD4F-D87CB8736034}"/>
          </ac:spMkLst>
        </pc:spChg>
        <pc:spChg chg="mod">
          <ac:chgData name="박 창규" userId="fef3e9c2-3755-4c94-893d-f890b45660c5" providerId="ADAL" clId="{35C9DAEA-1B02-41B6-84D7-160CEEF4B2E7}" dt="2026-03-05T06:46:34.001" v="8638" actId="6549"/>
          <ac:spMkLst>
            <pc:docMk/>
            <pc:sldMk cId="2935358831" sldId="2147480453"/>
            <ac:spMk id="77" creationId="{EBA8C797-B245-F730-C14B-C06867193460}"/>
          </ac:spMkLst>
        </pc:spChg>
        <pc:spChg chg="mod">
          <ac:chgData name="박 창규" userId="fef3e9c2-3755-4c94-893d-f890b45660c5" providerId="ADAL" clId="{35C9DAEA-1B02-41B6-84D7-160CEEF4B2E7}" dt="2026-03-05T06:43:50.999" v="8395" actId="113"/>
          <ac:spMkLst>
            <pc:docMk/>
            <pc:sldMk cId="2935358831" sldId="2147480453"/>
            <ac:spMk id="90" creationId="{E7571A11-56A3-8EC0-CE9F-87CAC6EBBF68}"/>
          </ac:spMkLst>
        </pc:spChg>
        <pc:spChg chg="mod">
          <ac:chgData name="박 창규" userId="fef3e9c2-3755-4c94-893d-f890b45660c5" providerId="ADAL" clId="{35C9DAEA-1B02-41B6-84D7-160CEEF4B2E7}" dt="2026-03-05T06:43:50.999" v="8395" actId="113"/>
          <ac:spMkLst>
            <pc:docMk/>
            <pc:sldMk cId="2935358831" sldId="2147480453"/>
            <ac:spMk id="91" creationId="{67C69331-7DF4-AB86-6AA9-8683812F7C50}"/>
          </ac:spMkLst>
        </pc:spChg>
        <pc:spChg chg="mod">
          <ac:chgData name="박 창규" userId="fef3e9c2-3755-4c94-893d-f890b45660c5" providerId="ADAL" clId="{35C9DAEA-1B02-41B6-84D7-160CEEF4B2E7}" dt="2026-03-05T06:43:50.999" v="8395" actId="113"/>
          <ac:spMkLst>
            <pc:docMk/>
            <pc:sldMk cId="2935358831" sldId="2147480453"/>
            <ac:spMk id="92" creationId="{B672CA14-6833-7836-688F-A72DD6F7EE4A}"/>
          </ac:spMkLst>
        </pc:spChg>
        <pc:spChg chg="mod">
          <ac:chgData name="박 창규" userId="fef3e9c2-3755-4c94-893d-f890b45660c5" providerId="ADAL" clId="{35C9DAEA-1B02-41B6-84D7-160CEEF4B2E7}" dt="2026-03-05T06:44:45.243" v="8553" actId="1035"/>
          <ac:spMkLst>
            <pc:docMk/>
            <pc:sldMk cId="2935358831" sldId="2147480453"/>
            <ac:spMk id="93" creationId="{EC19E39E-5F7F-C1AC-F95C-3BAC99CC5574}"/>
          </ac:spMkLst>
        </pc:spChg>
        <pc:spChg chg="mod">
          <ac:chgData name="박 창규" userId="fef3e9c2-3755-4c94-893d-f890b45660c5" providerId="ADAL" clId="{35C9DAEA-1B02-41B6-84D7-160CEEF4B2E7}" dt="2026-03-05T06:48:05.734" v="8650" actId="1036"/>
          <ac:spMkLst>
            <pc:docMk/>
            <pc:sldMk cId="2935358831" sldId="2147480453"/>
            <ac:spMk id="94" creationId="{4490893D-6268-F651-F808-1D09250DF93D}"/>
          </ac:spMkLst>
        </pc:spChg>
        <pc:spChg chg="mod">
          <ac:chgData name="박 창규" userId="fef3e9c2-3755-4c94-893d-f890b45660c5" providerId="ADAL" clId="{35C9DAEA-1B02-41B6-84D7-160CEEF4B2E7}" dt="2026-03-05T06:42:13.248" v="8223" actId="164"/>
          <ac:spMkLst>
            <pc:docMk/>
            <pc:sldMk cId="2935358831" sldId="2147480453"/>
            <ac:spMk id="95" creationId="{F6EFBB4F-A15F-E1FE-3771-0494AA9AD349}"/>
          </ac:spMkLst>
        </pc:spChg>
        <pc:spChg chg="mod">
          <ac:chgData name="박 창규" userId="fef3e9c2-3755-4c94-893d-f890b45660c5" providerId="ADAL" clId="{35C9DAEA-1B02-41B6-84D7-160CEEF4B2E7}" dt="2026-03-05T06:48:03.951" v="8648" actId="1036"/>
          <ac:spMkLst>
            <pc:docMk/>
            <pc:sldMk cId="2935358831" sldId="2147480453"/>
            <ac:spMk id="96" creationId="{CE1B091A-E544-3EEF-F7C3-8996D8854756}"/>
          </ac:spMkLst>
        </pc:spChg>
        <pc:spChg chg="mod">
          <ac:chgData name="박 창규" userId="fef3e9c2-3755-4c94-893d-f890b45660c5" providerId="ADAL" clId="{35C9DAEA-1B02-41B6-84D7-160CEEF4B2E7}" dt="2026-03-05T06:42:12.124" v="8222" actId="164"/>
          <ac:spMkLst>
            <pc:docMk/>
            <pc:sldMk cId="2935358831" sldId="2147480453"/>
            <ac:spMk id="97" creationId="{11E88E07-DD23-CD05-3B00-5E531ABCFC53}"/>
          </ac:spMkLst>
        </pc:spChg>
        <pc:spChg chg="mod">
          <ac:chgData name="박 창규" userId="fef3e9c2-3755-4c94-893d-f890b45660c5" providerId="ADAL" clId="{35C9DAEA-1B02-41B6-84D7-160CEEF4B2E7}" dt="2026-03-05T06:48:07.477" v="8652" actId="1036"/>
          <ac:spMkLst>
            <pc:docMk/>
            <pc:sldMk cId="2935358831" sldId="2147480453"/>
            <ac:spMk id="98" creationId="{5298EF21-305F-7978-2DE1-39FC24FCFABF}"/>
          </ac:spMkLst>
        </pc:spChg>
        <pc:spChg chg="mod">
          <ac:chgData name="박 창규" userId="fef3e9c2-3755-4c94-893d-f890b45660c5" providerId="ADAL" clId="{35C9DAEA-1B02-41B6-84D7-160CEEF4B2E7}" dt="2026-03-05T06:42:14.340" v="8224" actId="164"/>
          <ac:spMkLst>
            <pc:docMk/>
            <pc:sldMk cId="2935358831" sldId="2147480453"/>
            <ac:spMk id="99" creationId="{56D86FB6-D495-5AAB-20FF-215B125AA093}"/>
          </ac:spMkLst>
        </pc:spChg>
        <pc:spChg chg="mod">
          <ac:chgData name="박 창규" userId="fef3e9c2-3755-4c94-893d-f890b45660c5" providerId="ADAL" clId="{35C9DAEA-1B02-41B6-84D7-160CEEF4B2E7}" dt="2026-03-05T06:45:12.673" v="8571" actId="20577"/>
          <ac:spMkLst>
            <pc:docMk/>
            <pc:sldMk cId="2935358831" sldId="2147480453"/>
            <ac:spMk id="101" creationId="{95D789A0-4D88-F75B-7A3B-64B456420EBE}"/>
          </ac:spMkLst>
        </pc:spChg>
        <pc:spChg chg="del">
          <ac:chgData name="박 창규" userId="fef3e9c2-3755-4c94-893d-f890b45660c5" providerId="ADAL" clId="{35C9DAEA-1B02-41B6-84D7-160CEEF4B2E7}" dt="2026-03-05T06:34:27.973" v="7988" actId="478"/>
          <ac:spMkLst>
            <pc:docMk/>
            <pc:sldMk cId="2935358831" sldId="2147480453"/>
            <ac:spMk id="106" creationId="{2ACAA770-AF55-B965-50D2-4708E52791F5}"/>
          </ac:spMkLst>
        </pc:spChg>
        <pc:spChg chg="mod">
          <ac:chgData name="박 창규" userId="fef3e9c2-3755-4c94-893d-f890b45660c5" providerId="ADAL" clId="{35C9DAEA-1B02-41B6-84D7-160CEEF4B2E7}" dt="2026-03-05T06:43:50.999" v="8395" actId="113"/>
          <ac:spMkLst>
            <pc:docMk/>
            <pc:sldMk cId="2935358831" sldId="2147480453"/>
            <ac:spMk id="107" creationId="{EF5EF2D5-8756-A31D-D927-5BC9ABA5AA8C}"/>
          </ac:spMkLst>
        </pc:spChg>
        <pc:spChg chg="mod">
          <ac:chgData name="박 창규" userId="fef3e9c2-3755-4c94-893d-f890b45660c5" providerId="ADAL" clId="{35C9DAEA-1B02-41B6-84D7-160CEEF4B2E7}" dt="2026-03-05T06:43:50.999" v="8395" actId="113"/>
          <ac:spMkLst>
            <pc:docMk/>
            <pc:sldMk cId="2935358831" sldId="2147480453"/>
            <ac:spMk id="109" creationId="{B31AF0A7-5ED7-C612-922E-7F0C5AC8B733}"/>
          </ac:spMkLst>
        </pc:spChg>
        <pc:spChg chg="mod">
          <ac:chgData name="박 창규" userId="fef3e9c2-3755-4c94-893d-f890b45660c5" providerId="ADAL" clId="{35C9DAEA-1B02-41B6-84D7-160CEEF4B2E7}" dt="2026-03-05T06:43:50.999" v="8395" actId="113"/>
          <ac:spMkLst>
            <pc:docMk/>
            <pc:sldMk cId="2935358831" sldId="2147480453"/>
            <ac:spMk id="111" creationId="{EA3B2BC2-BDE9-F327-E61E-9904B74437EE}"/>
          </ac:spMkLst>
        </pc:spChg>
        <pc:spChg chg="add mod">
          <ac:chgData name="박 창규" userId="fef3e9c2-3755-4c94-893d-f890b45660c5" providerId="ADAL" clId="{35C9DAEA-1B02-41B6-84D7-160CEEF4B2E7}" dt="2026-03-05T06:42:41.177" v="8237" actId="1035"/>
          <ac:spMkLst>
            <pc:docMk/>
            <pc:sldMk cId="2935358831" sldId="2147480453"/>
            <ac:spMk id="113" creationId="{2A1A23F8-D87A-3A39-820C-71B855A9A181}"/>
          </ac:spMkLst>
        </pc:spChg>
        <pc:spChg chg="add del mod">
          <ac:chgData name="박 창규" userId="fef3e9c2-3755-4c94-893d-f890b45660c5" providerId="ADAL" clId="{35C9DAEA-1B02-41B6-84D7-160CEEF4B2E7}" dt="2026-03-05T06:39:32.018" v="8167" actId="478"/>
          <ac:spMkLst>
            <pc:docMk/>
            <pc:sldMk cId="2935358831" sldId="2147480453"/>
            <ac:spMk id="114" creationId="{EBB4EFD5-2621-4E27-660E-2EC632A02963}"/>
          </ac:spMkLst>
        </pc:spChg>
        <pc:spChg chg="add mod">
          <ac:chgData name="박 창규" userId="fef3e9c2-3755-4c94-893d-f890b45660c5" providerId="ADAL" clId="{35C9DAEA-1B02-41B6-84D7-160CEEF4B2E7}" dt="2026-03-05T06:43:47.197" v="8394" actId="20577"/>
          <ac:spMkLst>
            <pc:docMk/>
            <pc:sldMk cId="2935358831" sldId="2147480453"/>
            <ac:spMk id="115" creationId="{D29F8261-02D4-2158-DE83-CD8DB06BC2D5}"/>
          </ac:spMkLst>
        </pc:spChg>
        <pc:spChg chg="add mod">
          <ac:chgData name="박 창규" userId="fef3e9c2-3755-4c94-893d-f890b45660c5" providerId="ADAL" clId="{35C9DAEA-1B02-41B6-84D7-160CEEF4B2E7}" dt="2026-03-05T06:47:06.275" v="8641" actId="20577"/>
          <ac:spMkLst>
            <pc:docMk/>
            <pc:sldMk cId="2935358831" sldId="2147480453"/>
            <ac:spMk id="116" creationId="{BEC572A1-08E4-0CCF-CC34-DE903606FC0F}"/>
          </ac:spMkLst>
        </pc:spChg>
        <pc:spChg chg="add mod">
          <ac:chgData name="박 창규" userId="fef3e9c2-3755-4c94-893d-f890b45660c5" providerId="ADAL" clId="{35C9DAEA-1B02-41B6-84D7-160CEEF4B2E7}" dt="2026-03-05T06:41:13.866" v="8205" actId="113"/>
          <ac:spMkLst>
            <pc:docMk/>
            <pc:sldMk cId="2935358831" sldId="2147480453"/>
            <ac:spMk id="117" creationId="{4CF55EEE-8CF0-FBF8-74E8-3E9F9EA698D4}"/>
          </ac:spMkLst>
        </pc:spChg>
        <pc:spChg chg="add del mod">
          <ac:chgData name="박 창규" userId="fef3e9c2-3755-4c94-893d-f890b45660c5" providerId="ADAL" clId="{35C9DAEA-1B02-41B6-84D7-160CEEF4B2E7}" dt="2026-03-05T06:41:35.897" v="8211" actId="478"/>
          <ac:spMkLst>
            <pc:docMk/>
            <pc:sldMk cId="2935358831" sldId="2147480453"/>
            <ac:spMk id="118" creationId="{B012B36C-8822-6D1D-692E-4FBA6DB4D1A5}"/>
          </ac:spMkLst>
        </pc:spChg>
        <pc:grpChg chg="mod">
          <ac:chgData name="박 창규" userId="fef3e9c2-3755-4c94-893d-f890b45660c5" providerId="ADAL" clId="{35C9DAEA-1B02-41B6-84D7-160CEEF4B2E7}" dt="2026-03-05T06:41:07.622" v="8200" actId="554"/>
          <ac:grpSpMkLst>
            <pc:docMk/>
            <pc:sldMk cId="2935358831" sldId="2147480453"/>
            <ac:grpSpMk id="7" creationId="{C4E05B52-B3C2-05C9-7822-ADBBA9241B00}"/>
          </ac:grpSpMkLst>
        </pc:grpChg>
        <pc:grpChg chg="mod">
          <ac:chgData name="박 창규" userId="fef3e9c2-3755-4c94-893d-f890b45660c5" providerId="ADAL" clId="{35C9DAEA-1B02-41B6-84D7-160CEEF4B2E7}" dt="2026-03-05T06:38:45.041" v="8143" actId="14100"/>
          <ac:grpSpMkLst>
            <pc:docMk/>
            <pc:sldMk cId="2935358831" sldId="2147480453"/>
            <ac:grpSpMk id="25" creationId="{8853EE34-3F8D-1C13-0560-25060300AC64}"/>
          </ac:grpSpMkLst>
        </pc:grpChg>
        <pc:grpChg chg="add mod">
          <ac:chgData name="박 창규" userId="fef3e9c2-3755-4c94-893d-f890b45660c5" providerId="ADAL" clId="{35C9DAEA-1B02-41B6-84D7-160CEEF4B2E7}" dt="2026-03-05T06:39:05.613" v="8153" actId="1076"/>
          <ac:grpSpMkLst>
            <pc:docMk/>
            <pc:sldMk cId="2935358831" sldId="2147480453"/>
            <ac:grpSpMk id="54" creationId="{3410C0D1-D6D3-4AE7-2899-7079EA905128}"/>
          </ac:grpSpMkLst>
        </pc:grpChg>
        <pc:grpChg chg="mod">
          <ac:chgData name="박 창규" userId="fef3e9c2-3755-4c94-893d-f890b45660c5" providerId="ADAL" clId="{35C9DAEA-1B02-41B6-84D7-160CEEF4B2E7}" dt="2026-03-05T06:37:18.245" v="8109"/>
          <ac:grpSpMkLst>
            <pc:docMk/>
            <pc:sldMk cId="2935358831" sldId="2147480453"/>
            <ac:grpSpMk id="68" creationId="{24D1BEA7-A155-4A71-5140-B2874CDC5C34}"/>
          </ac:grpSpMkLst>
        </pc:grpChg>
        <pc:grpChg chg="mod">
          <ac:chgData name="박 창규" userId="fef3e9c2-3755-4c94-893d-f890b45660c5" providerId="ADAL" clId="{35C9DAEA-1B02-41B6-84D7-160CEEF4B2E7}" dt="2026-03-05T06:41:24.731" v="8207" actId="12788"/>
          <ac:grpSpMkLst>
            <pc:docMk/>
            <pc:sldMk cId="2935358831" sldId="2147480453"/>
            <ac:grpSpMk id="75" creationId="{25200F7F-3A86-C781-B7A6-3766C1C714F5}"/>
          </ac:grpSpMkLst>
        </pc:grpChg>
        <pc:grpChg chg="mod">
          <ac:chgData name="박 창규" userId="fef3e9c2-3755-4c94-893d-f890b45660c5" providerId="ADAL" clId="{35C9DAEA-1B02-41B6-84D7-160CEEF4B2E7}" dt="2026-03-05T06:47:50.465" v="8644" actId="14100"/>
          <ac:grpSpMkLst>
            <pc:docMk/>
            <pc:sldMk cId="2935358831" sldId="2147480453"/>
            <ac:grpSpMk id="78" creationId="{6B11233B-6A59-7E1A-286D-721CE056CC71}"/>
          </ac:grpSpMkLst>
        </pc:grpChg>
        <pc:grpChg chg="add mod">
          <ac:chgData name="박 창규" userId="fef3e9c2-3755-4c94-893d-f890b45660c5" providerId="ADAL" clId="{35C9DAEA-1B02-41B6-84D7-160CEEF4B2E7}" dt="2026-03-05T06:42:34.029" v="8233" actId="1035"/>
          <ac:grpSpMkLst>
            <pc:docMk/>
            <pc:sldMk cId="2935358831" sldId="2147480453"/>
            <ac:grpSpMk id="119" creationId="{9C404801-E142-1659-C308-5197DBE8659D}"/>
          </ac:grpSpMkLst>
        </pc:grpChg>
        <pc:grpChg chg="add mod">
          <ac:chgData name="박 창규" userId="fef3e9c2-3755-4c94-893d-f890b45660c5" providerId="ADAL" clId="{35C9DAEA-1B02-41B6-84D7-160CEEF4B2E7}" dt="2026-03-05T06:47:56.747" v="8646" actId="465"/>
          <ac:grpSpMkLst>
            <pc:docMk/>
            <pc:sldMk cId="2935358831" sldId="2147480453"/>
            <ac:grpSpMk id="120" creationId="{17DAD1FB-CAF0-552D-39BE-852C10AECD79}"/>
          </ac:grpSpMkLst>
        </pc:grpChg>
        <pc:grpChg chg="add mod">
          <ac:chgData name="박 창규" userId="fef3e9c2-3755-4c94-893d-f890b45660c5" providerId="ADAL" clId="{35C9DAEA-1B02-41B6-84D7-160CEEF4B2E7}" dt="2026-03-05T06:47:54.212" v="8645" actId="1036"/>
          <ac:grpSpMkLst>
            <pc:docMk/>
            <pc:sldMk cId="2935358831" sldId="2147480453"/>
            <ac:grpSpMk id="121" creationId="{C3F62FF5-D5AF-3943-E3D6-82DF51A7C7CE}"/>
          </ac:grpSpMkLst>
        </pc:grpChg>
        <pc:picChg chg="del">
          <ac:chgData name="박 창규" userId="fef3e9c2-3755-4c94-893d-f890b45660c5" providerId="ADAL" clId="{35C9DAEA-1B02-41B6-84D7-160CEEF4B2E7}" dt="2026-03-05T06:34:27.973" v="7988" actId="478"/>
          <ac:picMkLst>
            <pc:docMk/>
            <pc:sldMk cId="2935358831" sldId="2147480453"/>
            <ac:picMk id="71" creationId="{A1019977-C629-FFF6-B0F5-C2A080BD925C}"/>
          </ac:picMkLst>
        </pc:picChg>
        <pc:picChg chg="del">
          <ac:chgData name="박 창규" userId="fef3e9c2-3755-4c94-893d-f890b45660c5" providerId="ADAL" clId="{35C9DAEA-1B02-41B6-84D7-160CEEF4B2E7}" dt="2026-03-05T06:34:27.973" v="7988" actId="478"/>
          <ac:picMkLst>
            <pc:docMk/>
            <pc:sldMk cId="2935358831" sldId="2147480453"/>
            <ac:picMk id="72" creationId="{B36B6CA4-0411-210E-0842-42BE3127FA5C}"/>
          </ac:picMkLst>
        </pc:picChg>
        <pc:picChg chg="del">
          <ac:chgData name="박 창규" userId="fef3e9c2-3755-4c94-893d-f890b45660c5" providerId="ADAL" clId="{35C9DAEA-1B02-41B6-84D7-160CEEF4B2E7}" dt="2026-03-05T06:34:27.973" v="7988" actId="478"/>
          <ac:picMkLst>
            <pc:docMk/>
            <pc:sldMk cId="2935358831" sldId="2147480453"/>
            <ac:picMk id="73" creationId="{B32EFCFD-F610-69D1-C569-FA9F6146113B}"/>
          </ac:picMkLst>
        </pc:picChg>
        <pc:cxnChg chg="del mod">
          <ac:chgData name="박 창규" userId="fef3e9c2-3755-4c94-893d-f890b45660c5" providerId="ADAL" clId="{35C9DAEA-1B02-41B6-84D7-160CEEF4B2E7}" dt="2026-03-05T06:36:07.969" v="8094" actId="478"/>
          <ac:cxnSpMkLst>
            <pc:docMk/>
            <pc:sldMk cId="2935358831" sldId="2147480453"/>
            <ac:cxnSpMk id="12" creationId="{39DE715A-0E8D-6960-C5FD-239DC7A036BA}"/>
          </ac:cxnSpMkLst>
        </pc:cxnChg>
        <pc:cxnChg chg="mod">
          <ac:chgData name="박 창규" userId="fef3e9c2-3755-4c94-893d-f890b45660c5" providerId="ADAL" clId="{35C9DAEA-1B02-41B6-84D7-160CEEF4B2E7}" dt="2026-03-05T06:36:19.423" v="8098" actId="14100"/>
          <ac:cxnSpMkLst>
            <pc:docMk/>
            <pc:sldMk cId="2935358831" sldId="2147480453"/>
            <ac:cxnSpMk id="31" creationId="{ACEE5C5F-9FD6-F29C-268A-F2F05369F124}"/>
          </ac:cxnSpMkLst>
        </pc:cxn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560293EF-758F-4F03-AAD3-34761D37EA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E3DBB2D-70BF-4A8D-A865-E0745EEACCD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FEBEAC-727A-4214-A8AA-DCC9B956BEA4}" type="datetimeFigureOut">
              <a:rPr lang="ko-KR" altLang="en-US" smtClean="0"/>
              <a:t>2026-03-05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106F2F4-5BF6-4830-B40C-2C636619466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A6CAE1B-76EE-4493-AB98-2403D155931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72FBB0-C644-4AD1-A579-7C69060EDD6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728525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38175" y="357188"/>
            <a:ext cx="5530850" cy="3830637"/>
          </a:xfrm>
          <a:prstGeom prst="rect">
            <a:avLst/>
          </a:prstGeom>
          <a:noFill/>
          <a:ln w="9525">
            <a:solidFill>
              <a:schemeClr val="tx1">
                <a:lumMod val="65000"/>
                <a:lumOff val="35000"/>
              </a:schemeClr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0" y="4187257"/>
            <a:ext cx="5445760" cy="505573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oPubWorld돋움체 Light" panose="00000300000000000000" pitchFamily="2" charset="-127"/>
                <a:ea typeface="KoPubWorld돋움체 Light" panose="00000300000000000000" pitchFamily="2" charset="-127"/>
              </a:defRPr>
            </a:lvl1pPr>
          </a:lstStyle>
          <a:p>
            <a:fld id="{5F703438-A338-400F-9BD8-6EB59D931C9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18142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000" kern="100" spc="-100" baseline="0">
        <a:ln>
          <a:solidFill>
            <a:schemeClr val="tx1">
              <a:alpha val="0"/>
            </a:schemeClr>
          </a:solidFill>
        </a:ln>
        <a:solidFill>
          <a:schemeClr val="tx1"/>
        </a:solidFill>
        <a:latin typeface="+mn-ea"/>
        <a:ea typeface="+mn-ea"/>
        <a:cs typeface="+mn-cs"/>
      </a:defRPr>
    </a:lvl1pPr>
    <a:lvl2pPr marL="457200" algn="l" defTabSz="914400" rtl="0" eaLnBrk="1" latinLnBrk="1" hangingPunct="1">
      <a:defRPr sz="1000" kern="100" spc="-100" baseline="0">
        <a:ln>
          <a:solidFill>
            <a:schemeClr val="tx1">
              <a:alpha val="0"/>
            </a:schemeClr>
          </a:solidFill>
        </a:ln>
        <a:solidFill>
          <a:schemeClr val="tx1"/>
        </a:solidFill>
        <a:latin typeface="+mn-ea"/>
        <a:ea typeface="+mn-ea"/>
        <a:cs typeface="+mn-cs"/>
      </a:defRPr>
    </a:lvl2pPr>
    <a:lvl3pPr marL="914400" algn="l" defTabSz="914400" rtl="0" eaLnBrk="1" latinLnBrk="1" hangingPunct="1">
      <a:defRPr sz="1000" kern="100" spc="-100" baseline="0">
        <a:ln>
          <a:solidFill>
            <a:schemeClr val="tx1">
              <a:alpha val="0"/>
            </a:schemeClr>
          </a:solidFill>
        </a:ln>
        <a:solidFill>
          <a:schemeClr val="tx1"/>
        </a:solidFill>
        <a:latin typeface="+mn-ea"/>
        <a:ea typeface="+mn-ea"/>
        <a:cs typeface="+mn-cs"/>
      </a:defRPr>
    </a:lvl3pPr>
    <a:lvl4pPr marL="1371600" algn="l" defTabSz="914400" rtl="0" eaLnBrk="1" latinLnBrk="1" hangingPunct="1">
      <a:defRPr sz="1000" kern="100" spc="-100" baseline="0">
        <a:ln>
          <a:solidFill>
            <a:schemeClr val="tx1">
              <a:alpha val="0"/>
            </a:schemeClr>
          </a:solidFill>
        </a:ln>
        <a:solidFill>
          <a:schemeClr val="tx1"/>
        </a:solidFill>
        <a:latin typeface="+mn-ea"/>
        <a:ea typeface="+mn-ea"/>
        <a:cs typeface="+mn-cs"/>
      </a:defRPr>
    </a:lvl4pPr>
    <a:lvl5pPr marL="1828800" algn="l" defTabSz="914400" rtl="0" eaLnBrk="1" latinLnBrk="1" hangingPunct="1">
      <a:defRPr sz="1000" kern="100" spc="-100" baseline="0">
        <a:ln>
          <a:solidFill>
            <a:schemeClr val="tx1">
              <a:alpha val="0"/>
            </a:schemeClr>
          </a:solidFill>
        </a:ln>
        <a:solidFill>
          <a:schemeClr val="tx1"/>
        </a:solidFill>
        <a:latin typeface="+mn-ea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31" userDrawn="1">
          <p15:clr>
            <a:srgbClr val="F26B43"/>
          </p15:clr>
        </p15:guide>
        <p15:guide id="2" pos="2144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035">
            <a:extLst>
              <a:ext uri="{FF2B5EF4-FFF2-40B4-BE49-F238E27FC236}">
                <a16:creationId xmlns:a16="http://schemas.microsoft.com/office/drawing/2014/main" id="{9E40CFC0-87AD-2827-4D79-9B0DAA030C0E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1038225" y="3695695"/>
            <a:ext cx="7831138" cy="433068"/>
          </a:xfrm>
          <a:prstGeom prst="rect">
            <a:avLst/>
          </a:prstGeom>
          <a:ln algn="ctr"/>
        </p:spPr>
        <p:txBody>
          <a:bodyPr lIns="0" rIns="0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lang="en-US" altLang="ko-KR" sz="2200" b="1" u="none" kern="100" spc="-150" baseline="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j-cs"/>
              </a:defRPr>
            </a:lvl1pPr>
          </a:lstStyle>
          <a:p>
            <a:r>
              <a:rPr lang="en-US" altLang="ko-KR" dirty="0"/>
              <a:t>22pt. </a:t>
            </a:r>
            <a:r>
              <a:rPr lang="ko-KR" altLang="en-US" dirty="0" err="1"/>
              <a:t>맑은고딕</a:t>
            </a:r>
            <a:r>
              <a:rPr lang="ko-KR" altLang="en-US" dirty="0"/>
              <a:t> 굵게</a:t>
            </a:r>
            <a:r>
              <a:rPr lang="en-US" altLang="ko-KR" dirty="0"/>
              <a:t>, </a:t>
            </a:r>
            <a:r>
              <a:rPr lang="ko-KR" altLang="en-US" dirty="0"/>
              <a:t>자간 좁게 </a:t>
            </a:r>
            <a:r>
              <a:rPr lang="en-US" altLang="ko-KR" dirty="0"/>
              <a:t>1pt</a:t>
            </a:r>
          </a:p>
        </p:txBody>
      </p:sp>
      <p:sp>
        <p:nvSpPr>
          <p:cNvPr id="7" name="Rectangle 1036">
            <a:extLst>
              <a:ext uri="{FF2B5EF4-FFF2-40B4-BE49-F238E27FC236}">
                <a16:creationId xmlns:a16="http://schemas.microsoft.com/office/drawing/2014/main" id="{622425D6-7071-C0FC-347A-07A83854DB1A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1038225" y="4500238"/>
            <a:ext cx="7831138" cy="279180"/>
          </a:xfrm>
          <a:prstGeom prst="rect">
            <a:avLst/>
          </a:prstGeom>
        </p:spPr>
        <p:txBody>
          <a:bodyPr lIns="0" rIns="0"/>
          <a:lstStyle>
            <a:lvl1pPr algn="ctr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umimoji="1" lang="ko-KR" altLang="en-US" sz="1200" b="0" kern="100" spc="-100" baseline="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2"/>
                </a:solidFill>
                <a:latin typeface="+mn-ea"/>
                <a:ea typeface="+mn-ea"/>
                <a:cs typeface="맑은 고딕 Semilight" panose="020B0502040204020203" pitchFamily="50" charset="-127"/>
              </a:defRPr>
            </a:lvl1pPr>
          </a:lstStyle>
          <a:p>
            <a:r>
              <a:rPr lang="en-US" altLang="ko-KR" dirty="0"/>
              <a:t>12pt. </a:t>
            </a:r>
            <a:r>
              <a:rPr lang="ko-KR" altLang="en-US" dirty="0" err="1"/>
              <a:t>맑은고딕</a:t>
            </a:r>
            <a:r>
              <a:rPr lang="ko-KR" altLang="en-US" dirty="0"/>
              <a:t> 굵게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C14DD2AB-9106-0506-DA20-95D8E46C7C08}"/>
              </a:ext>
            </a:extLst>
          </p:cNvPr>
          <p:cNvGrpSpPr/>
          <p:nvPr userDrawn="1"/>
        </p:nvGrpSpPr>
        <p:grpSpPr>
          <a:xfrm>
            <a:off x="757238" y="5912819"/>
            <a:ext cx="8391525" cy="711540"/>
            <a:chOff x="757238" y="5912819"/>
            <a:chExt cx="8391525" cy="711540"/>
          </a:xfrm>
        </p:grpSpPr>
        <p:sp>
          <p:nvSpPr>
            <p:cNvPr id="9" name="Rectangle 65">
              <a:extLst>
                <a:ext uri="{FF2B5EF4-FFF2-40B4-BE49-F238E27FC236}">
                  <a16:creationId xmlns:a16="http://schemas.microsoft.com/office/drawing/2014/main" id="{FD9922A3-21F8-CC94-940B-BD8EA810D0D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757238" y="6378586"/>
              <a:ext cx="8391525" cy="2457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0" rIns="90488" bIns="0">
              <a:spAutoFit/>
            </a:bodyPr>
            <a:lstStyle/>
            <a:p>
              <a:pPr algn="ctr" eaLnBrk="1" fontAlgn="auto" latinLnBrk="0" hangingPunct="1">
                <a:lnSpc>
                  <a:spcPct val="120000"/>
                </a:lnSpc>
                <a:defRPr/>
              </a:pPr>
              <a:r>
                <a:rPr lang="ko-KR" altLang="en-US" sz="700" b="0" i="0" spc="-50" baseline="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Malgun Gothic Semilight" panose="020B0502040204020203" pitchFamily="34" charset="-128"/>
                  <a:ea typeface="Malgun Gothic Semilight" panose="020B0502040204020203" pitchFamily="34" charset="-128"/>
                  <a:cs typeface="Malgun Gothic Semilight" panose="020B0502040204020203" pitchFamily="34" charset="-128"/>
                </a:rPr>
                <a:t>본 문서 내의 컨텐츠는 저작권법으로 보호를 받는 ㈜휴먼컨설팅그룹의 편집저작물 및 컴퓨터프로그램저작물로서</a:t>
              </a:r>
              <a:br>
                <a:rPr lang="en-US" altLang="ko-KR" sz="700" b="0" i="0" spc="-50" baseline="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Malgun Gothic Semilight" panose="020B0502040204020203" pitchFamily="34" charset="-128"/>
                  <a:ea typeface="Malgun Gothic Semilight" panose="020B0502040204020203" pitchFamily="34" charset="-128"/>
                  <a:cs typeface="Malgun Gothic Semilight" panose="020B0502040204020203" pitchFamily="34" charset="-128"/>
                </a:rPr>
              </a:br>
              <a:r>
                <a:rPr lang="ko-KR" altLang="en-US" sz="700" b="0" i="0" spc="-50" baseline="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Malgun Gothic Semilight" panose="020B0502040204020203" pitchFamily="34" charset="-128"/>
                  <a:ea typeface="Malgun Gothic Semilight" panose="020B0502040204020203" pitchFamily="34" charset="-128"/>
                  <a:cs typeface="Malgun Gothic Semilight" panose="020B0502040204020203" pitchFamily="34" charset="-128"/>
                </a:rPr>
                <a:t>이를 사전 승인 없이 복제</a:t>
              </a:r>
              <a:r>
                <a:rPr lang="en-US" altLang="ko-KR" sz="700" b="0" i="0" spc="-50" baseline="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Malgun Gothic Semilight" panose="020B0502040204020203" pitchFamily="34" charset="-128"/>
                  <a:ea typeface="Malgun Gothic Semilight" panose="020B0502040204020203" pitchFamily="34" charset="-128"/>
                  <a:cs typeface="Malgun Gothic Semilight" panose="020B0502040204020203" pitchFamily="34" charset="-128"/>
                </a:rPr>
                <a:t>, </a:t>
              </a:r>
              <a:r>
                <a:rPr lang="ko-KR" altLang="en-US" sz="700" b="0" i="0" spc="-50" baseline="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Malgun Gothic Semilight" panose="020B0502040204020203" pitchFamily="34" charset="-128"/>
                  <a:ea typeface="Malgun Gothic Semilight" panose="020B0502040204020203" pitchFamily="34" charset="-128"/>
                  <a:cs typeface="Malgun Gothic Semilight" panose="020B0502040204020203" pitchFamily="34" charset="-128"/>
                </a:rPr>
                <a:t>배포 및 타 용도로 활용하는 행위는 저작권법에 저촉됨을 알려드립니다</a:t>
              </a:r>
              <a:r>
                <a:rPr lang="en-US" altLang="ko-KR" sz="700" b="0" i="0" spc="-50" baseline="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Malgun Gothic Semilight" panose="020B0502040204020203" pitchFamily="34" charset="-128"/>
                  <a:ea typeface="Malgun Gothic Semilight" panose="020B0502040204020203" pitchFamily="34" charset="-128"/>
                  <a:cs typeface="Malgun Gothic Semilight" panose="020B0502040204020203" pitchFamily="34" charset="-128"/>
                </a:rPr>
                <a:t>.</a:t>
              </a:r>
              <a:endParaRPr kumimoji="0" lang="en-US" altLang="ko-KR" sz="700" b="0" i="0" kern="100" spc="-50" baseline="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Malgun Gothic Semilight" panose="020B0502040204020203" pitchFamily="34" charset="-128"/>
                <a:ea typeface="Malgun Gothic Semilight" panose="020B0502040204020203" pitchFamily="34" charset="-128"/>
                <a:cs typeface="Malgun Gothic Semilight" panose="020B0502040204020203" pitchFamily="34" charset="-128"/>
              </a:endParaRPr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B9BE7949-FF37-AC1F-5AF9-1A2AC20DE17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4560925" y="5912819"/>
              <a:ext cx="784151" cy="350254"/>
            </a:xfrm>
            <a:prstGeom prst="rect">
              <a:avLst/>
            </a:prstGeom>
          </p:spPr>
        </p:pic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C798289F-4B80-7B76-2A67-8E9C0B6D360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0000" y="107950"/>
            <a:ext cx="9666000" cy="2621287"/>
          </a:xfrm>
          <a:prstGeom prst="rect">
            <a:avLst/>
          </a:prstGeom>
        </p:spPr>
      </p:pic>
      <p:sp>
        <p:nvSpPr>
          <p:cNvPr id="2" name="Text Box 11">
            <a:extLst>
              <a:ext uri="{FF2B5EF4-FFF2-40B4-BE49-F238E27FC236}">
                <a16:creationId xmlns:a16="http://schemas.microsoft.com/office/drawing/2014/main" id="{8C697C79-B2A0-B548-BC8D-B37D3D97CC9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6074" y="2745466"/>
            <a:ext cx="1066318" cy="21544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0" marR="0" lvl="0" indent="0" algn="ctr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1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079980692"/>
      </p:ext>
    </p:extLst>
  </p:cSld>
  <p:clrMapOvr>
    <a:masterClrMapping/>
  </p:clrMapOvr>
  <p:transition advClick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B1E605-08FD-D467-A387-259FD2B83D13}"/>
              </a:ext>
            </a:extLst>
          </p:cNvPr>
          <p:cNvSpPr txBox="1"/>
          <p:nvPr userDrawn="1"/>
        </p:nvSpPr>
        <p:spPr>
          <a:xfrm>
            <a:off x="863242" y="1608376"/>
            <a:ext cx="996940" cy="2954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0" eaLnBrk="1" fontAlgn="ctr" hangingPunct="1">
              <a:spcBef>
                <a:spcPts val="0"/>
              </a:spcBef>
              <a:spcAft>
                <a:spcPct val="0"/>
              </a:spcAft>
            </a:pPr>
            <a:r>
              <a:rPr kumimoji="1" lang="en-US" altLang="x-none" sz="1200" b="1" kern="100" dirty="0">
                <a:ln>
                  <a:solidFill>
                    <a:schemeClr val="bg2">
                      <a:alpha val="0"/>
                    </a:schemeClr>
                  </a:solidFill>
                </a:ln>
                <a:solidFill>
                  <a:srgbClr val="794039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CONTENTS</a:t>
            </a:r>
            <a:endParaRPr kumimoji="1" lang="x-none" altLang="en-US" sz="1200" b="1" kern="100" dirty="0" err="1">
              <a:ln>
                <a:solidFill>
                  <a:schemeClr val="bg2">
                    <a:alpha val="0"/>
                  </a:schemeClr>
                </a:solidFill>
              </a:ln>
              <a:solidFill>
                <a:srgbClr val="794039"/>
              </a:solidFill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9591039"/>
      </p:ext>
    </p:extLst>
  </p:cSld>
  <p:clrMapOvr>
    <a:masterClrMapping/>
  </p:clrMapOvr>
  <p:transition advClick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1F60DAE-9185-645A-6685-F048D54A0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463" y="228820"/>
            <a:ext cx="8896350" cy="27918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lang="ko-KR" altLang="en-US" sz="1200" b="1" u="none" kern="100" spc="-100" baseline="0" dirty="0">
                <a:ln>
                  <a:solidFill>
                    <a:srgbClr val="921F0B">
                      <a:alpha val="0"/>
                    </a:srgbClr>
                  </a:solidFill>
                </a:ln>
                <a:solidFill>
                  <a:schemeClr val="accent5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endParaRPr lang="ko-KR" altLang="en-US" dirty="0"/>
          </a:p>
        </p:txBody>
      </p:sp>
      <p:sp>
        <p:nvSpPr>
          <p:cNvPr id="4" name="텍스트 개체 틀 4">
            <a:extLst>
              <a:ext uri="{FF2B5EF4-FFF2-40B4-BE49-F238E27FC236}">
                <a16:creationId xmlns:a16="http://schemas.microsoft.com/office/drawing/2014/main" id="{8371FD39-9DDC-8929-F0CE-6F32EE542C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5463" y="501365"/>
            <a:ext cx="8895600" cy="330348"/>
          </a:xfrm>
          <a:prstGeom prst="rect">
            <a:avLst/>
          </a:prstGeom>
        </p:spPr>
        <p:txBody>
          <a:bodyPr>
            <a:spAutoFit/>
          </a:bodyPr>
          <a:lstStyle>
            <a:lvl1pPr eaLnBrk="1" fontAlgn="auto" hangingPunct="1">
              <a:lnSpc>
                <a:spcPct val="112000"/>
              </a:lnSpc>
              <a:spcBef>
                <a:spcPts val="600"/>
              </a:spcBef>
              <a:defRPr kumimoji="1" lang="ko-KR" altLang="en-US" sz="1500" b="0" kern="100" spc="-70" baseline="0" dirty="0">
                <a:ln w="1270" cap="flat">
                  <a:solidFill>
                    <a:schemeClr val="tx1"/>
                  </a:solidFill>
                  <a:miter lim="800000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defRPr>
            </a:lvl1pPr>
          </a:lstStyle>
          <a:p>
            <a:pPr lvl="0" algn="l" rtl="0" eaLnBrk="1" fontAlgn="auto" hangingPunct="1">
              <a:lnSpc>
                <a:spcPct val="112000"/>
              </a:lnSpc>
              <a:spcBef>
                <a:spcPts val="600"/>
              </a:spcBef>
              <a:spcAft>
                <a:spcPct val="0"/>
              </a:spcAft>
              <a:buFont typeface="Wingdings" pitchFamily="2" charset="2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98242064"/>
      </p:ext>
    </p:extLst>
  </p:cSld>
  <p:clrMapOvr>
    <a:masterClrMapping/>
  </p:clrMapOvr>
  <p:transition advClick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of docu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만화 영화, 일러스트레이션, 텍스트, 스크린샷이(가) 표시된 사진&#10;&#10;자동 생성된 설명">
            <a:extLst>
              <a:ext uri="{FF2B5EF4-FFF2-40B4-BE49-F238E27FC236}">
                <a16:creationId xmlns:a16="http://schemas.microsoft.com/office/drawing/2014/main" id="{16B261BF-AA03-558A-4BA2-8C293B68AB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3050" y="2161029"/>
            <a:ext cx="5199899" cy="2535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269889"/>
      </p:ext>
    </p:extLst>
  </p:cSld>
  <p:clrMapOvr>
    <a:masterClrMapping/>
  </p:clrMapOvr>
  <p:transition advClick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Relationship Id="rId7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035">
            <a:extLst>
              <a:ext uri="{FF2B5EF4-FFF2-40B4-BE49-F238E27FC236}">
                <a16:creationId xmlns:a16="http://schemas.microsoft.com/office/drawing/2014/main" id="{0D314538-5344-2451-5F2A-FADA726687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25463" y="228820"/>
            <a:ext cx="8896350" cy="27918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90488" tIns="46800" rIns="90488" bIns="46800" numCol="1" anchor="b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/>
              <a:t>Headline: 12pt. </a:t>
            </a:r>
            <a:r>
              <a:rPr lang="ko-KR" altLang="en-US" dirty="0" err="1"/>
              <a:t>맑은고딕</a:t>
            </a:r>
            <a:r>
              <a:rPr lang="en-US" altLang="ko-KR" dirty="0"/>
              <a:t> </a:t>
            </a:r>
            <a:r>
              <a:rPr lang="ko-KR" altLang="en-US" dirty="0"/>
              <a:t>굵게</a:t>
            </a:r>
            <a:r>
              <a:rPr lang="en-US" altLang="ko-KR" dirty="0"/>
              <a:t>, </a:t>
            </a:r>
            <a:r>
              <a:rPr lang="ko-KR" altLang="en-US" dirty="0" err="1"/>
              <a:t>자간좁게</a:t>
            </a:r>
            <a:r>
              <a:rPr lang="ko-KR" altLang="en-US" dirty="0"/>
              <a:t> 한글</a:t>
            </a:r>
            <a:r>
              <a:rPr lang="en-US" altLang="ko-KR" dirty="0"/>
              <a:t>1pt/</a:t>
            </a:r>
            <a:r>
              <a:rPr lang="ko-KR" altLang="en-US" dirty="0"/>
              <a:t>영문</a:t>
            </a:r>
            <a:r>
              <a:rPr lang="en-US" altLang="ko-KR" dirty="0"/>
              <a:t>0.3pt</a:t>
            </a:r>
            <a:r>
              <a:rPr lang="ko-KR" altLang="en-US" dirty="0"/>
              <a:t>    </a:t>
            </a:r>
            <a:r>
              <a:rPr lang="en-US" altLang="ko-KR" dirty="0"/>
              <a:t>(</a:t>
            </a:r>
            <a:r>
              <a:rPr lang="ko-KR" altLang="en-US" dirty="0" err="1"/>
              <a:t>네칸띄고</a:t>
            </a:r>
            <a:r>
              <a:rPr lang="en-US" altLang="ko-KR" dirty="0"/>
              <a:t>) </a:t>
            </a:r>
            <a:r>
              <a:rPr lang="ko-KR" altLang="en-US" dirty="0" err="1"/>
              <a:t>맑은고딕</a:t>
            </a:r>
            <a:r>
              <a:rPr lang="en-US" altLang="ko-KR" dirty="0"/>
              <a:t>     (</a:t>
            </a:r>
            <a:r>
              <a:rPr lang="ko-KR" altLang="en-US" dirty="0" err="1"/>
              <a:t>네칸</a:t>
            </a:r>
            <a:r>
              <a:rPr lang="ko-KR" altLang="en-US" dirty="0"/>
              <a:t> 띄고</a:t>
            </a:r>
            <a:r>
              <a:rPr lang="en-US" altLang="ko-KR" dirty="0"/>
              <a:t>) </a:t>
            </a:r>
            <a:r>
              <a:rPr lang="ko-KR" altLang="en-US" dirty="0" err="1"/>
              <a:t>맑은고딕</a:t>
            </a:r>
            <a:r>
              <a:rPr lang="en-US" altLang="ko-KR" dirty="0"/>
              <a:t> </a:t>
            </a:r>
            <a:r>
              <a:rPr lang="ko-KR" altLang="en-US" dirty="0" err="1"/>
              <a:t>기울임체</a:t>
            </a:r>
            <a:endParaRPr lang="ko-KR" altLang="en-US" dirty="0"/>
          </a:p>
        </p:txBody>
      </p:sp>
      <p:sp>
        <p:nvSpPr>
          <p:cNvPr id="8" name="Rectangle 1036">
            <a:extLst>
              <a:ext uri="{FF2B5EF4-FFF2-40B4-BE49-F238E27FC236}">
                <a16:creationId xmlns:a16="http://schemas.microsoft.com/office/drawing/2014/main" id="{2A5DEBFC-9CAF-8C33-07FE-A59F949C26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25463" y="539750"/>
            <a:ext cx="8891587" cy="58888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  <a:spAutoFit/>
          </a:bodyPr>
          <a:lstStyle/>
          <a:p>
            <a:pPr lvl="0" algn="l" rtl="0" eaLnBrk="1" fontAlgn="auto" hangingPunct="1">
              <a:lnSpc>
                <a:spcPct val="112000"/>
              </a:lnSpc>
              <a:spcBef>
                <a:spcPts val="600"/>
              </a:spcBef>
              <a:spcAft>
                <a:spcPct val="0"/>
              </a:spcAft>
              <a:buFont typeface="Wingdings" pitchFamily="2" charset="2"/>
            </a:pPr>
            <a:r>
              <a:rPr lang="en-US" altLang="ko-KR" dirty="0"/>
              <a:t>Head Message: 15pt. </a:t>
            </a:r>
            <a:r>
              <a:rPr lang="ko-KR" altLang="en-US" dirty="0" err="1"/>
              <a:t>맑은고딕</a:t>
            </a:r>
            <a:r>
              <a:rPr lang="ko-KR" altLang="en-US" dirty="0"/>
              <a:t> </a:t>
            </a:r>
            <a:r>
              <a:rPr lang="en-US" altLang="ko-KR" dirty="0" err="1"/>
              <a:t>Semilight</a:t>
            </a:r>
            <a:r>
              <a:rPr lang="en-US" altLang="ko-KR" dirty="0"/>
              <a:t>, </a:t>
            </a:r>
            <a:r>
              <a:rPr lang="ko-KR" altLang="en-US" dirty="0"/>
              <a:t>텍스트윤곽선 </a:t>
            </a:r>
            <a:r>
              <a:rPr lang="en-US" altLang="ko-KR" dirty="0"/>
              <a:t>0.1pt, </a:t>
            </a:r>
            <a:r>
              <a:rPr lang="ko-KR" altLang="en-US" dirty="0"/>
              <a:t>한글자간 좁게 </a:t>
            </a:r>
            <a:r>
              <a:rPr lang="en-US" altLang="ko-KR" dirty="0"/>
              <a:t>0.7pt/</a:t>
            </a:r>
            <a:r>
              <a:rPr lang="ko-KR" altLang="en-US" dirty="0"/>
              <a:t>영문자간 표준</a:t>
            </a:r>
            <a:r>
              <a:rPr lang="en-US" altLang="ko-KR" dirty="0"/>
              <a:t>, </a:t>
            </a:r>
            <a:r>
              <a:rPr lang="ko-KR" altLang="en-US" dirty="0" err="1"/>
              <a:t>줄간격</a:t>
            </a:r>
            <a:r>
              <a:rPr lang="ko-KR" altLang="en-US" dirty="0"/>
              <a:t> </a:t>
            </a:r>
            <a:r>
              <a:rPr lang="en-US" altLang="ko-KR" dirty="0"/>
              <a:t>1.12</a:t>
            </a:r>
            <a:r>
              <a:rPr lang="ko-KR" altLang="en-US" dirty="0"/>
              <a:t>배수</a:t>
            </a:r>
            <a:r>
              <a:rPr lang="en-US" altLang="ko-KR" dirty="0"/>
              <a:t> </a:t>
            </a:r>
            <a:r>
              <a:rPr lang="ko-KR" altLang="en-US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6ECA16-8AA2-2446-B29E-B506799E1450}"/>
              </a:ext>
            </a:extLst>
          </p:cNvPr>
          <p:cNvSpPr txBox="1"/>
          <p:nvPr userDrawn="1"/>
        </p:nvSpPr>
        <p:spPr>
          <a:xfrm>
            <a:off x="9001242" y="6613611"/>
            <a:ext cx="344168" cy="216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eaLnBrk="1" fontAlgn="base" hangingPunct="1">
              <a:lnSpc>
                <a:spcPct val="110000"/>
              </a:lnSpc>
              <a:spcBef>
                <a:spcPts val="0"/>
              </a:spcBef>
              <a:buFont typeface="Wingdings" pitchFamily="2" charset="2"/>
              <a:buNone/>
            </a:pPr>
            <a:fld id="{EC2C07F2-8924-4DEE-9F1C-3DEE2E6D9B02}" type="slidenum">
              <a:rPr lang="ko-KR" altLang="en-US" sz="800" b="0" smtClean="0">
                <a:solidFill>
                  <a:srgbClr val="000000"/>
                </a:solidFill>
              </a:rPr>
              <a:pPr algn="r" eaLnBrk="1" fontAlgn="base" hangingPunct="1">
                <a:lnSpc>
                  <a:spcPct val="110000"/>
                </a:lnSpc>
                <a:spcBef>
                  <a:spcPts val="0"/>
                </a:spcBef>
                <a:buFont typeface="Wingdings" pitchFamily="2" charset="2"/>
                <a:buNone/>
              </a:pPr>
              <a:t>‹#›</a:t>
            </a:fld>
            <a:endParaRPr lang="ko-KR" altLang="en-US" sz="800" b="0" dirty="0">
              <a:solidFill>
                <a:srgbClr val="000000"/>
              </a:solidFill>
            </a:endParaRPr>
          </a:p>
        </p:txBody>
      </p:sp>
      <p:pic>
        <p:nvPicPr>
          <p:cNvPr id="10" name="그래픽 9">
            <a:extLst>
              <a:ext uri="{FF2B5EF4-FFF2-40B4-BE49-F238E27FC236}">
                <a16:creationId xmlns:a16="http://schemas.microsoft.com/office/drawing/2014/main" id="{F18DD422-99F2-E1D5-E3BF-AC9AA0914134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74851" y="6672395"/>
            <a:ext cx="313574" cy="100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525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4" r:id="rId1"/>
    <p:sldLayoutId id="2147484038" r:id="rId2"/>
    <p:sldLayoutId id="2147484035" r:id="rId3"/>
    <p:sldLayoutId id="2147484039" r:id="rId4"/>
  </p:sldLayoutIdLst>
  <p:transition advClick="0"/>
  <p:hf hdr="0" ftr="0" dt="0"/>
  <p:txStyles>
    <p:titleStyle>
      <a:lvl1pPr algn="l" rtl="0" eaLnBrk="1" fontAlgn="auto" latinLnBrk="1" hangingPunct="1">
        <a:spcBef>
          <a:spcPct val="0"/>
        </a:spcBef>
        <a:spcAft>
          <a:spcPct val="0"/>
        </a:spcAft>
        <a:defRPr kumimoji="1" lang="ko-KR" altLang="en-US" sz="1200" b="1" u="none" kern="100" spc="-40" baseline="0" dirty="0">
          <a:ln>
            <a:solidFill>
              <a:srgbClr val="921F0B">
                <a:alpha val="0"/>
              </a:srgbClr>
            </a:solidFill>
          </a:ln>
          <a:solidFill>
            <a:schemeClr val="accent5">
              <a:lumMod val="50000"/>
            </a:schemeClr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1200" b="1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1200" b="1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1200" b="1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1200" b="1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1200" b="1">
          <a:solidFill>
            <a:schemeClr val="tx2"/>
          </a:solidFill>
          <a:latin typeface="맑은 고딕" pitchFamily="50" charset="-127"/>
          <a:ea typeface="맑은 고딕" pitchFamily="50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1200" b="1">
          <a:solidFill>
            <a:schemeClr val="tx2"/>
          </a:solidFill>
          <a:latin typeface="맑은 고딕" pitchFamily="50" charset="-127"/>
          <a:ea typeface="맑은 고딕" pitchFamily="50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1200" b="1">
          <a:solidFill>
            <a:schemeClr val="tx2"/>
          </a:solidFill>
          <a:latin typeface="맑은 고딕" pitchFamily="50" charset="-127"/>
          <a:ea typeface="맑은 고딕" pitchFamily="50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1200" b="1">
          <a:solidFill>
            <a:schemeClr val="tx2"/>
          </a:solidFill>
          <a:latin typeface="맑은 고딕" pitchFamily="50" charset="-127"/>
          <a:ea typeface="맑은 고딕" pitchFamily="50" charset="-127"/>
        </a:defRPr>
      </a:lvl9pPr>
    </p:titleStyle>
    <p:bodyStyle>
      <a:lvl1pPr algn="l" rtl="0" eaLnBrk="1" fontAlgn="auto" latinLnBrk="0" hangingPunct="1">
        <a:lnSpc>
          <a:spcPct val="110000"/>
        </a:lnSpc>
        <a:spcBef>
          <a:spcPct val="100000"/>
        </a:spcBef>
        <a:spcAft>
          <a:spcPct val="0"/>
        </a:spcAft>
        <a:buFont typeface="Wingdings" pitchFamily="2" charset="2"/>
        <a:defRPr kumimoji="1" lang="ko-KR" altLang="en-US" sz="1500" b="0" kern="100" spc="-70" baseline="0" dirty="0">
          <a:ln w="1270" cap="flat">
            <a:solidFill>
              <a:schemeClr val="tx1"/>
            </a:solidFill>
            <a:miter lim="800000"/>
          </a:ln>
          <a:solidFill>
            <a:schemeClr val="tx1">
              <a:lumMod val="85000"/>
              <a:lumOff val="15000"/>
            </a:schemeClr>
          </a:solidFill>
          <a:latin typeface="맑은 고딕 Semilight" panose="020B0502040204020203" pitchFamily="50" charset="-127"/>
          <a:ea typeface="맑은 고딕 Semilight" panose="020B0502040204020203" pitchFamily="50" charset="-127"/>
          <a:cs typeface="맑은 고딕 Semilight" panose="020B0502040204020203" pitchFamily="50" charset="-127"/>
        </a:defRPr>
      </a:lvl1pPr>
      <a:lvl2pPr marL="457200" algn="l" rtl="0" eaLnBrk="1" fontAlgn="ctr" latinLnBrk="1" hangingPunct="1">
        <a:spcBef>
          <a:spcPts val="200"/>
        </a:spcBef>
        <a:spcAft>
          <a:spcPct val="0"/>
        </a:spcAft>
        <a:buFont typeface="돋움" pitchFamily="50" charset="-127"/>
        <a:buChar char="–"/>
        <a:defRPr kumimoji="1" sz="1400">
          <a:solidFill>
            <a:schemeClr val="tx1"/>
          </a:solidFill>
          <a:latin typeface="Arial" charset="0"/>
          <a:ea typeface="돋움" pitchFamily="50" charset="-127"/>
        </a:defRPr>
      </a:lvl2pPr>
      <a:lvl3pPr marL="914400" algn="l" rtl="0" eaLnBrk="1" fontAlgn="ctr" latinLnBrk="1" hangingPunct="1">
        <a:spcBef>
          <a:spcPts val="200"/>
        </a:spcBef>
        <a:spcAft>
          <a:spcPct val="0"/>
        </a:spcAft>
        <a:buSzPct val="100000"/>
        <a:buChar char="•"/>
        <a:defRPr kumimoji="1" sz="1400">
          <a:solidFill>
            <a:schemeClr val="tx1"/>
          </a:solidFill>
          <a:latin typeface="Arial" charset="0"/>
          <a:ea typeface="돋움" pitchFamily="50" charset="-127"/>
        </a:defRPr>
      </a:lvl3pPr>
      <a:lvl4pPr marL="1371600" algn="l" rtl="0" eaLnBrk="1" fontAlgn="ctr" latinLnBrk="1" hangingPunct="1">
        <a:spcBef>
          <a:spcPts val="200"/>
        </a:spcBef>
        <a:spcAft>
          <a:spcPct val="0"/>
        </a:spcAft>
        <a:buSzPct val="65000"/>
        <a:buFont typeface="Wingdings 3" pitchFamily="18" charset="2"/>
        <a:buChar char="–"/>
        <a:defRPr kumimoji="1" sz="1400">
          <a:solidFill>
            <a:schemeClr val="tx1"/>
          </a:solidFill>
          <a:latin typeface="Arial" charset="0"/>
          <a:ea typeface="돋움" pitchFamily="50" charset="-127"/>
        </a:defRPr>
      </a:lvl4pPr>
      <a:lvl5pPr marL="18288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Arial" charset="0"/>
          <a:ea typeface="돋움" pitchFamily="50" charset="-127"/>
        </a:defRPr>
      </a:lvl5pPr>
      <a:lvl6pPr marL="22860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Arial" charset="0"/>
          <a:ea typeface="돋움" pitchFamily="50" charset="-127"/>
        </a:defRPr>
      </a:lvl6pPr>
      <a:lvl7pPr marL="27432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Arial" charset="0"/>
          <a:ea typeface="돋움" pitchFamily="50" charset="-127"/>
        </a:defRPr>
      </a:lvl7pPr>
      <a:lvl8pPr marL="32004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Arial" charset="0"/>
          <a:ea typeface="돋움" pitchFamily="50" charset="-127"/>
        </a:defRPr>
      </a:lvl8pPr>
      <a:lvl9pPr marL="3657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Arial" charset="0"/>
          <a:ea typeface="돋움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17" userDrawn="1">
          <p15:clr>
            <a:srgbClr val="F26B43"/>
          </p15:clr>
        </p15:guide>
        <p15:guide id="3" orient="horz" pos="1207" userDrawn="1">
          <p15:clr>
            <a:srgbClr val="F26B43"/>
          </p15:clr>
        </p15:guide>
        <p15:guide id="4" orient="horz" pos="1344" userDrawn="1">
          <p15:clr>
            <a:srgbClr val="F26B43"/>
          </p15:clr>
        </p15:guide>
        <p15:guide id="5" orient="horz" pos="1412" userDrawn="1">
          <p15:clr>
            <a:srgbClr val="F26B43"/>
          </p15:clr>
        </p15:guide>
        <p15:guide id="6" orient="horz" pos="1298" userDrawn="1">
          <p15:clr>
            <a:srgbClr val="F26B43"/>
          </p15:clr>
        </p15:guide>
        <p15:guide id="7" orient="horz" pos="3861" userDrawn="1">
          <p15:clr>
            <a:srgbClr val="F26B43"/>
          </p15:clr>
        </p15:guide>
        <p15:guide id="8" orient="horz" pos="3748" userDrawn="1">
          <p15:clr>
            <a:srgbClr val="F26B43"/>
          </p15:clr>
        </p15:guide>
        <p15:guide id="9" orient="horz" pos="3974" userDrawn="1">
          <p15:clr>
            <a:srgbClr val="F26B43"/>
          </p15:clr>
        </p15:guide>
        <p15:guide id="10" orient="horz" pos="4065" userDrawn="1">
          <p15:clr>
            <a:srgbClr val="F26B43"/>
          </p15:clr>
        </p15:guide>
        <p15:guide id="11" orient="horz" pos="4269" userDrawn="1">
          <p15:clr>
            <a:srgbClr val="F26B43"/>
          </p15:clr>
        </p15:guide>
        <p15:guide id="12" pos="398" userDrawn="1">
          <p15:clr>
            <a:srgbClr val="F26B43"/>
          </p15:clr>
        </p15:guide>
        <p15:guide id="13" pos="5842" userDrawn="1">
          <p15:clr>
            <a:srgbClr val="F26B43"/>
          </p15:clr>
        </p15:guide>
        <p15:guide id="14" orient="horz" pos="1253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롯데케미칼 직무기반 HR제도 설계 및 도입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- 제안서 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9672" y="4863693"/>
            <a:ext cx="7830007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2026.06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61120" cy="45720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921F0B"/>
                </a:solidFill>
                <a:latin typeface="맑은 고딕"/>
                <a:ea typeface="맑은 고딕"/>
              </a:rPr>
              <a:t>목차 (Contents)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8961120" cy="27432"/>
          </a:xfrm>
          <a:prstGeom prst="rect">
            <a:avLst/>
          </a:prstGeom>
          <a:solidFill>
            <a:srgbClr val="921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1152144"/>
            <a:ext cx="411480" cy="411480"/>
          </a:xfrm>
          <a:prstGeom prst="ellipse">
            <a:avLst/>
          </a:prstGeom>
          <a:solidFill>
            <a:srgbClr val="921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188720"/>
            <a:ext cx="6675120" cy="45720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404040"/>
                </a:solidFill>
                <a:latin typeface="맑은 고딕"/>
                <a:ea typeface="맑은 고딕"/>
              </a:rPr>
              <a:t>프로젝트 배경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118872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0">
                <a:solidFill>
                  <a:srgbClr val="919191"/>
                </a:solidFill>
                <a:latin typeface="맑은 고딕"/>
                <a:ea typeface="맑은 고딕"/>
              </a:rPr>
              <a:t>03-13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066543"/>
            <a:ext cx="411480" cy="411480"/>
          </a:xfrm>
          <a:prstGeom prst="ellipse">
            <a:avLst/>
          </a:prstGeom>
          <a:solidFill>
            <a:srgbClr val="921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6675120" cy="45720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404040"/>
                </a:solidFill>
                <a:latin typeface="맑은 고딕"/>
                <a:ea typeface="맑은 고딕"/>
              </a:rPr>
              <a:t>추진방안 (직무체계 / 평가 / 보상)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10312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0">
                <a:solidFill>
                  <a:srgbClr val="919191"/>
                </a:solidFill>
                <a:latin typeface="맑은 고딕"/>
                <a:ea typeface="맑은 고딕"/>
              </a:rPr>
              <a:t>14-28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80944"/>
            <a:ext cx="411480" cy="411480"/>
          </a:xfrm>
          <a:prstGeom prst="ellipse">
            <a:avLst/>
          </a:prstGeom>
          <a:solidFill>
            <a:srgbClr val="921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017520"/>
            <a:ext cx="6675120" cy="45720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404040"/>
                </a:solidFill>
                <a:latin typeface="맑은 고딕"/>
                <a:ea typeface="맑은 고딕"/>
              </a:rPr>
              <a:t>일정 및 조직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01752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0">
                <a:solidFill>
                  <a:srgbClr val="919191"/>
                </a:solidFill>
                <a:latin typeface="맑은 고딕"/>
                <a:ea typeface="맑은 고딕"/>
              </a:rPr>
              <a:t>29-32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895344"/>
            <a:ext cx="411480" cy="411480"/>
          </a:xfrm>
          <a:prstGeom prst="ellipse">
            <a:avLst/>
          </a:prstGeom>
          <a:solidFill>
            <a:srgbClr val="921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931920"/>
            <a:ext cx="6675120" cy="45720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404040"/>
                </a:solidFill>
                <a:latin typeface="맑은 고딕"/>
                <a:ea typeface="맑은 고딕"/>
              </a:rPr>
              <a:t>HCG 소개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93192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0">
                <a:solidFill>
                  <a:srgbClr val="919191"/>
                </a:solidFill>
                <a:latin typeface="맑은 고딕"/>
                <a:ea typeface="맑은 고딕"/>
              </a:rPr>
              <a:t>33-37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롯데케미칼의 직무체계 표준화 및 직무기반 평가/보상제도 운영방안 도출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7413" y="1554480"/>
            <a:ext cx="1143000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추진 내용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78838" y="1554480"/>
            <a:ext cx="8009229" cy="41148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404040"/>
                </a:solidFill>
                <a:latin typeface="맑은 고딕"/>
                <a:ea typeface="맑은 고딕"/>
              </a:rPr>
              <a:t>다(多)사업장·M&amp;A 통합 이력으로 분산된 직무 데이터를 글로벌 표준+AI로 신속 표준화하고, 직군 특성을 반영한 평가/보상제도를 설계하여 직무기반 HR제도를 도입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331720"/>
            <a:ext cx="1481328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추진 프로세스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50415" y="2331720"/>
            <a:ext cx="1806854" cy="608990"/>
          </a:xfrm>
          <a:prstGeom prst="roundRect">
            <a:avLst/>
          </a:prstGeom>
          <a:solidFill>
            <a:srgbClr val="921F0B"/>
          </a:solidFill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FFFFFF"/>
                </a:solidFill>
                <a:latin typeface="맑은 고딕"/>
                <a:ea typeface="맑은 고딕"/>
              </a:rPr>
              <a:t>현황 진단 및
방향성 수립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04818" y="2331720"/>
            <a:ext cx="1806854" cy="608990"/>
          </a:xfrm>
          <a:prstGeom prst="roundRect">
            <a:avLst/>
          </a:prstGeom>
          <a:solidFill>
            <a:srgbClr val="921F0B"/>
          </a:solidFill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FFFFFF"/>
                </a:solidFill>
                <a:latin typeface="맑은 고딕"/>
                <a:ea typeface="맑은 고딕"/>
              </a:rPr>
              <a:t>직무체계
표준화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40019" y="2331720"/>
            <a:ext cx="1806854" cy="608990"/>
          </a:xfrm>
          <a:prstGeom prst="roundRect">
            <a:avLst/>
          </a:prstGeom>
          <a:solidFill>
            <a:srgbClr val="921F0B"/>
          </a:solidFill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FFFFFF"/>
                </a:solidFill>
                <a:latin typeface="맑은 고딕"/>
                <a:ea typeface="맑은 고딕"/>
              </a:rPr>
              <a:t>평가제도
개선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4305" y="2331720"/>
            <a:ext cx="1806854" cy="608990"/>
          </a:xfrm>
          <a:prstGeom prst="roundRect">
            <a:avLst/>
          </a:prstGeom>
          <a:solidFill>
            <a:srgbClr val="921F0B"/>
          </a:solidFill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FFFFFF"/>
                </a:solidFill>
                <a:latin typeface="맑은 고딕"/>
                <a:ea typeface="맑은 고딕"/>
              </a:rPr>
              <a:t>보상제도
개선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542032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919191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2542032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919191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542032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919191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0415" y="2971800"/>
            <a:ext cx="1783994" cy="5029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현황 Quick Review
방향성 도출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04818" y="2971800"/>
            <a:ext cx="1783994" cy="5029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글로벌 표준+AI
직무분류·기술서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40019" y="2971800"/>
            <a:ext cx="1783994" cy="5029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직군 차별화
평가모델 설계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74305" y="2971800"/>
            <a:ext cx="1783994" cy="5029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보상 원칙/전략
재원 Simulation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7413" y="3886200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추진 방안
(잠정)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78838" y="3886200"/>
            <a:ext cx="8009229" cy="10058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추진 기간 : 16주 (직무체계 표준 초안 약 6주 + Fine-tuning·평가/보상 병행)
투입 인력 : PM 1명 + 직무/평가·보상 전문 컨설턴트 2~3명
추진 금액 : 별도 협의 (범위·투입형태에 따라 변동; 부가세 별도)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산업에 대한 이해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석유화학 산업의 전환기 — 직무 중심 HR이 인력 운영 효율의 핵심 변수로 부상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7413" y="1777593"/>
            <a:ext cx="1143000" cy="45354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산업 환경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78838" y="1777593"/>
            <a:ext cx="8009229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글로벌 공급과잉·탄소중립 전환·고부가 스페셜티 확대 → 인력 재배치·전문성 요구 증대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7413" y="2316175"/>
            <a:ext cx="1143000" cy="45354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HR 화두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78838" y="2316175"/>
            <a:ext cx="8009229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롯데그룹 지주 차원의 '직무 중심 HR' 전환 요구 — 계열사 공통 과제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7413" y="2854756"/>
            <a:ext cx="1143000" cy="45354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생산 현장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78838" y="2854756"/>
            <a:ext cx="8009229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교대·공정 기반 생산직 비중 높아 사무직 중심 제도로는 직무가치 차등화 한계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413" y="3393338"/>
            <a:ext cx="1143000" cy="45354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시사점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78838" y="3393338"/>
            <a:ext cx="8009229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직무를 표준 언어로 정의해야 평가·보상·배치의 일관성과 공정성 확보 가능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롯데케미칼에 대한 이해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다(多)사업장·M&amp;A 성장 이력이 만든 직무체계의 분절 — 표준화가 선결 과제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7413" y="1777593"/>
            <a:ext cx="1143000" cy="45354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사업 구조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78838" y="1777593"/>
            <a:ext cx="8009229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기초소재·첨단소재·정밀화학 등 다수 사업부 / 국내외 복수 사업장 운영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7413" y="2316175"/>
            <a:ext cx="1143000" cy="45354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성장 이력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78838" y="2316175"/>
            <a:ext cx="8009229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인수합병을 통한 확장으로 사업장별 일하는 방식·R&amp;R·직무 정의가 상이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7413" y="2854756"/>
            <a:ext cx="1143000" cy="45354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핵심 이슈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78838" y="2854756"/>
            <a:ext cx="8009229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직무·조직·사람이 분리되지 않아 '표준 직무'가 부재 → 조직마다 기준 상이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413" y="3393338"/>
            <a:ext cx="1143000" cy="45354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지주 가이드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78838" y="3393338"/>
            <a:ext cx="8009229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지주 표준 직무 가이드는 사무직 중심 — 생산직 적용 기준·구체 설명 미흡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Client's Needs &amp; Pain Point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직무체계·평가/보상제도 미흡에 따른 인사제도 개편이 필요하나, 전통적 컨설팅은 많은 자원이 장기간 투입되어 효율적 정비가 어려움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1850" y="1472184"/>
            <a:ext cx="4140403" cy="304495"/>
          </a:xfrm>
          <a:prstGeom prst="roundRect">
            <a:avLst/>
          </a:prstGeom>
          <a:solidFill>
            <a:srgbClr val="91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고객사의 HR 운영 Issue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34356" y="1472184"/>
            <a:ext cx="4140403" cy="304495"/>
          </a:xfrm>
          <a:prstGeom prst="roundRect">
            <a:avLst/>
          </a:prstGeom>
          <a:solidFill>
            <a:srgbClr val="91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전통적 Consulting의 한계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27632" y="1819656"/>
            <a:ext cx="3145536" cy="457200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인력별 업무 / 직무 가치 파악 어려움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1850" y="1819656"/>
            <a:ext cx="932688" cy="457200"/>
          </a:xfrm>
          <a:prstGeom prst="roundRect">
            <a:avLst/>
          </a:prstGeom>
          <a:solidFill>
            <a:srgbClr val="1D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데이터 부재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5228" y="1865376"/>
            <a:ext cx="1143000" cy="356616"/>
          </a:xfrm>
          <a:prstGeom prst="roundRect">
            <a:avLst/>
          </a:prstGeom>
          <a:solidFill>
            <a:srgbClr val="91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Zero-base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34356" y="1819656"/>
            <a:ext cx="4140403" cy="457200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과거 History·현황 파악 등에 많은 시간 / 비용 소요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27632" y="2354580"/>
            <a:ext cx="3145536" cy="457200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현행화 되지 않은 직무 정보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1850" y="2354580"/>
            <a:ext cx="932688" cy="457200"/>
          </a:xfrm>
          <a:prstGeom prst="roundRect">
            <a:avLst/>
          </a:prstGeom>
          <a:solidFill>
            <a:srgbClr val="1D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노후 데이터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5228" y="2400300"/>
            <a:ext cx="1143000" cy="356616"/>
          </a:xfrm>
          <a:prstGeom prst="roundRect">
            <a:avLst/>
          </a:prstGeom>
          <a:solidFill>
            <a:srgbClr val="91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현행화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34356" y="2354580"/>
            <a:ext cx="4140403" cy="457200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설계 과정의 Interview / Survey 등 구성원 부담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27632" y="2889504"/>
            <a:ext cx="3145536" cy="457200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직무가치 평가에 평가자 주관 개입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1850" y="2889504"/>
            <a:ext cx="932688" cy="457200"/>
          </a:xfrm>
          <a:prstGeom prst="roundRect">
            <a:avLst/>
          </a:prstGeom>
          <a:solidFill>
            <a:srgbClr val="1D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객관성 시비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5228" y="2935224"/>
            <a:ext cx="1143000" cy="356616"/>
          </a:xfrm>
          <a:prstGeom prst="roundRect">
            <a:avLst/>
          </a:prstGeom>
          <a:solidFill>
            <a:srgbClr val="91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기준 확립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4356" y="2889504"/>
            <a:ext cx="4140403" cy="457200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일부 직군·구성원 수용성 저하로 평가 결과 불만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27632" y="3424428"/>
            <a:ext cx="3145536" cy="457200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실시간성 떨어지는 목표설정 / 성과관리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1850" y="3424428"/>
            <a:ext cx="932688" cy="457200"/>
          </a:xfrm>
          <a:prstGeom prst="roundRect">
            <a:avLst/>
          </a:prstGeom>
          <a:solidFill>
            <a:srgbClr val="1D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사후적 관리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5228" y="3470148"/>
            <a:ext cx="1143000" cy="356616"/>
          </a:xfrm>
          <a:prstGeom prst="roundRect">
            <a:avLst/>
          </a:prstGeom>
          <a:solidFill>
            <a:srgbClr val="91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시스템 활용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34356" y="3424428"/>
            <a:ext cx="4140403" cy="457200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Global HR System 활용 시 고객사와 잘 맞지 않음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27632" y="3959352"/>
            <a:ext cx="3145536" cy="457200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직무 가치 / 난이도와 괴리된 보상체계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1850" y="3959352"/>
            <a:ext cx="932688" cy="457200"/>
          </a:xfrm>
          <a:prstGeom prst="roundRect">
            <a:avLst/>
          </a:prstGeom>
          <a:solidFill>
            <a:srgbClr val="1D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보상 불일치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5228" y="4005072"/>
            <a:ext cx="1143000" cy="356616"/>
          </a:xfrm>
          <a:prstGeom prst="roundRect">
            <a:avLst/>
          </a:prstGeom>
          <a:solidFill>
            <a:srgbClr val="91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보상 Align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34356" y="3959352"/>
            <a:ext cx="4140403" cy="457200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직무체계 없는 보상 Coupling으로 실용성 저하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27632" y="4494276"/>
            <a:ext cx="3145536" cy="457200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현재 이슈 대응의 프로젝트성 접근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1850" y="4494276"/>
            <a:ext cx="932688" cy="457200"/>
          </a:xfrm>
          <a:prstGeom prst="roundRect">
            <a:avLst/>
          </a:prstGeom>
          <a:solidFill>
            <a:srgbClr val="1D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단편적 접근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5228" y="4539996"/>
            <a:ext cx="1143000" cy="356616"/>
          </a:xfrm>
          <a:prstGeom prst="roundRect">
            <a:avLst/>
          </a:prstGeom>
          <a:solidFill>
            <a:srgbClr val="91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사후관리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34356" y="4494276"/>
            <a:ext cx="4140403" cy="457200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프로젝트 이후 사후관리 부재로 컨설팅 유명무실화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1850" y="5138928"/>
            <a:ext cx="4140403" cy="841248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1000" b="1" i="0">
                <a:solidFill>
                  <a:srgbClr val="404040"/>
                </a:solidFill>
                <a:latin typeface="맑은 고딕"/>
                <a:ea typeface="맑은 고딕"/>
              </a:rPr>
              <a:t>파편화된 데이터와 수동적 HR 운영의 악순환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34356" y="5138928"/>
            <a:ext cx="4140403" cy="841248"/>
          </a:xfrm>
          <a:prstGeom prst="roundRect">
            <a:avLst/>
          </a:prstGeom>
          <a:solidFill>
            <a:srgbClr val="921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  <a:ea typeface="맑은 고딕"/>
              </a:rPr>
              <a:t>유기적 연결이 부족한 1회성 컨설팅 결과물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HCG's Approach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HR 전문가 지식/경험 + 글로벌 표준을 집대성한 '표준 설계도'와 AI로 Pain Point를 쉽고·정확하고·빠르게 해소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" y="2011680"/>
            <a:ext cx="4133087" cy="3749039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100" b="0" i="0">
                <a:latin typeface="맑은 고딕"/>
                <a:ea typeface="맑은 고딕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404040"/>
                </a:solidFill>
                <a:latin typeface="맑은 고딕"/>
                <a:ea typeface="맑은 고딕"/>
              </a:rPr>
              <a:t>Legacy Consulting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670048"/>
            <a:ext cx="3730752" cy="64008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• 맞춤 구축 — 시간/비용/복잡성 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346704"/>
            <a:ext cx="3730752" cy="64008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• 대량 리소스·구성원 업무조사 부담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023360"/>
            <a:ext cx="3730752" cy="64008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• 산출물 간 低연계·사후관리 부족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700016"/>
            <a:ext cx="3730752" cy="64008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• 글로벌 표준 vs 국내 현장 간 Gap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6360" y="2011680"/>
            <a:ext cx="4069080" cy="3749039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100" b="0" i="0">
                <a:latin typeface="맑은 고딕"/>
                <a:ea typeface="맑은 고딕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85232" y="210312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921F0B"/>
                </a:solidFill>
                <a:latin typeface="맑은 고딕"/>
                <a:ea typeface="맑은 고딕"/>
              </a:rPr>
              <a:t>HCG's Proposition (표준 설계도 + AI)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76672" y="2670048"/>
            <a:ext cx="3703320" cy="64008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• 국제표준(APQC·ESCO·ISCO·O*NET·NCS) 기반 빠른 초안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6672" y="3346704"/>
            <a:ext cx="3703320" cy="64008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• AI 직무기술서 — 조사 부담 최소화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76672" y="4023360"/>
            <a:ext cx="3703320" cy="64008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• 직무→평가→보상 일관 연계 설계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6672" y="4700016"/>
            <a:ext cx="3703320" cy="64008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• 지주 가이드·현장 맥락을 Custom으로 정합</a:t>
            </a:r>
          </a:p>
        </p:txBody>
      </p:sp>
      <p:sp>
        <p:nvSpPr>
          <p:cNvPr id="16" name="Oval 15"/>
          <p:cNvSpPr/>
          <p:nvPr/>
        </p:nvSpPr>
        <p:spPr>
          <a:xfrm>
            <a:off x="4773168" y="3611880"/>
            <a:ext cx="356616" cy="356616"/>
          </a:xfrm>
          <a:prstGeom prst="ellipse">
            <a:avLst/>
          </a:prstGeom>
          <a:solidFill>
            <a:srgbClr val="921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  <a:ea typeface="맑은 고딕"/>
              </a:rPr>
              <a:t>VS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6035040"/>
            <a:ext cx="7900416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 i="1">
                <a:solidFill>
                  <a:srgbClr val="921F0B"/>
                </a:solidFill>
                <a:latin typeface="맑은 고딕"/>
                <a:ea typeface="맑은 고딕"/>
              </a:rPr>
              <a:t>“AI를 활용해 즉시 활용 가능한 고객 맞춤형 직무체계를 구축하고 직무 특성에 맞는 평가·보상으로 연계”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[참고] 高맥락·AI 기반 컨설팅 접근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표면 문맥을 넘어 고객 고유의 비언어적 맥락(HR Gene)을 이해하고 HR 모듈에 즉시 반영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7413" y="1777593"/>
            <a:ext cx="1143000" cy="45354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맥락 이해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78838" y="1777593"/>
            <a:ext cx="8009229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사업장별 공정·교대·합의 배경 등 비정형 맥락을 직무 표준에 반영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7413" y="2316175"/>
            <a:ext cx="1143000" cy="45354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AI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78838" y="2316175"/>
            <a:ext cx="8009229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HR 전문가 + AI Agent 협업으로 맥락 중심 직무·역량 도출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7413" y="2854756"/>
            <a:ext cx="1143000" cy="45354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자산 활용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78838" y="2854756"/>
            <a:ext cx="8009229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JobSkillEngine(자체 플랫폼)으로 산업 표준 직무·스킬 자동 생성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413" y="3393338"/>
            <a:ext cx="1143000" cy="45354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효과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78838" y="3393338"/>
            <a:ext cx="8009229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공정성/편향 제거 측면에서 구성원 수용성 제고 — AI 활용 목표·평가 보조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프로젝트 목적 및 범위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직무체계 표준화를 기반으로 평가·보상까지 직무 중심으로 연계하는 HR제도 도입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7413" y="1777593"/>
            <a:ext cx="1143000" cy="45354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목적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78838" y="1777593"/>
            <a:ext cx="8009229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롯데케미칼 직무 중심 HR 전환 — 표준 직무체계 확립 및 직무기반 평가/보상 운영방안 도출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7413" y="2316175"/>
            <a:ext cx="1143000" cy="45354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범위 (직무)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78838" y="2316175"/>
            <a:ext cx="8009229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직군→직렬→직무 3단계 표준 분류체계 + 전직무 직무기술서(AI 초안 기반)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7413" y="2854756"/>
            <a:ext cx="1143000" cy="45354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범위 (평가)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78838" y="2854756"/>
            <a:ext cx="8009229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직군 특성 반영 평가모델 설계 + 평가 운영체계 / 수립 Process 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413" y="3393338"/>
            <a:ext cx="1143000" cy="45354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범위 (보상)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78838" y="3393338"/>
            <a:ext cx="8009229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Pay Policy·Pay Mix·Pay Level·평가-보상 연계 + 재원 Simulation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7413" y="3931920"/>
            <a:ext cx="1143000" cy="45354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대상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78838" y="3931920"/>
            <a:ext cx="8009229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사무직·생산직 전 직군 (임원 제외) — 사업장 공통 표준 + 사업장 Custom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HCG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직무기반 HR제도 설계 전문 역량 + AI 자산 + A-to-Z 실행 경험을 모두 보유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1850" y="1468526"/>
            <a:ext cx="4140403" cy="304495"/>
          </a:xfrm>
          <a:prstGeom prst="roundRect">
            <a:avLst/>
          </a:prstGeom>
          <a:solidFill>
            <a:srgbClr val="921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차별화 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34356" y="1468526"/>
            <a:ext cx="4140403" cy="304495"/>
          </a:xfrm>
          <a:prstGeom prst="round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핵심 내용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1850" y="1777593"/>
            <a:ext cx="4140403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1. 유사 프로젝트 경험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34356" y="1777593"/>
            <a:ext cx="4140403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대기업 제조·화학 직무체계/평가/보상 다수 구축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1850" y="2316175"/>
            <a:ext cx="4140403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2. 직무·스킬 AI 자산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34356" y="2316175"/>
            <a:ext cx="4140403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JobSkillEngine — 산업별 표준 직무·스킬 자동 생성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1850" y="2854756"/>
            <a:ext cx="4140403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3. 제도수립~정착 A-to-Z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34356" y="2854756"/>
            <a:ext cx="4140403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설계뿐 아니라 도입·코칭·정착까지 End-to-End 지원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HCG  1. 유사 프로젝트 수행 경험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대기업 제조·화학 산업의 직무기반 HR / 평가·보상 프로젝트 다수 수행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7413" y="1777593"/>
            <a:ext cx="1143000" cy="45354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직무체계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78838" y="1777593"/>
            <a:ext cx="8009229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롯데알미늄 직무기반 HR, 코오롱인더스트리 직무분석, 포스코인터내셔널 HR 플랫폼 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7413" y="2316175"/>
            <a:ext cx="1143000" cy="45354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평가·보상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78838" y="2316175"/>
            <a:ext cx="8009229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기아·코오롱·GS에너지·녹십자 등 평가·보상체계 설계 및 운영 지원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7413" y="2854756"/>
            <a:ext cx="1143000" cy="45354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화학·제조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78838" y="2854756"/>
            <a:ext cx="8009229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석유화학·소재·제조업 동종/유사 산업 직무 및 생산직 보상 수행 사례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413" y="3393338"/>
            <a:ext cx="1143000" cy="45354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그룹사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78838" y="3393338"/>
            <a:ext cx="8009229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롯데 계열 직무 중심 HR 전환 맥락에 대한 높은 이해도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HCG  2. 직무·스킬 AI 자산 (JobSkillEngine)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산업별 표준 직무분류·직무기술서·스킬 디렉토리를 AI로 자동 생성하는 자체 플랫폼 보유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7413" y="1777593"/>
            <a:ext cx="1143000" cy="45354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Module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78838" y="1777593"/>
            <a:ext cx="8009229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직무분류체계 — 가치사슬 분석 기반 직군→직렬→직무 3단계 자동 생성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7413" y="2316175"/>
            <a:ext cx="1143000" cy="45354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Module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78838" y="2316175"/>
            <a:ext cx="8009229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직무기술서 — 미션·과업·스킬(KSAO)·자격요건 자동 생성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7413" y="2854756"/>
            <a:ext cx="1143000" cy="45354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Module 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78838" y="2854756"/>
            <a:ext cx="8009229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스킬 디렉토리 — 스킬 정규화·관계 분석(AI/PMI/벡터/온톨로지 4지표)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413" y="3393338"/>
            <a:ext cx="1143000" cy="45354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참조 표준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78838" y="3393338"/>
            <a:ext cx="8009229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APQC·ESCO·ISCO·O*NET·NCS 등 국제/국내 표준 직무 데이터 내장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HCG  3. 제도수립~정착 'A to Z' 경험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제도 설계에 그치지 않고 도입·교육·코칭·시스템 연계까지 정착을 책임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7413" y="1777593"/>
            <a:ext cx="1143000" cy="45354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설계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78838" y="1777593"/>
            <a:ext cx="8009229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직무·평가·보상 제도 설계 및 사업장별 Custom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7413" y="2316175"/>
            <a:ext cx="1143000" cy="45354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도입/코칭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78838" y="2316175"/>
            <a:ext cx="8009229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리더·구성원 대상 변화관리, 평가자 교육, 운영 코칭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7413" y="2854756"/>
            <a:ext cx="1143000" cy="45354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시스템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78838" y="2854756"/>
            <a:ext cx="8009229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talenX 등 목표수립/리뷰 지원 도구 연계로 운영 효율화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413" y="3393338"/>
            <a:ext cx="1143000" cy="45354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정착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78838" y="3393338"/>
            <a:ext cx="8009229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운영 가이드라인 + 주기적 업데이트로 HR Data 축적·고도화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" y="2560320"/>
            <a:ext cx="822960" cy="822960"/>
          </a:xfrm>
          <a:prstGeom prst="ellipse">
            <a:avLst/>
          </a:prstGeom>
          <a:solidFill>
            <a:srgbClr val="921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맑은 고딕"/>
                <a:ea typeface="맑은 고딕"/>
              </a:rPr>
              <a:t>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246888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921F0B"/>
                </a:solidFill>
                <a:latin typeface="맑은 고딕"/>
                <a:ea typeface="맑은 고딕"/>
              </a:rPr>
              <a:t>추진방안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32004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404040"/>
                </a:solidFill>
                <a:latin typeface="맑은 고딕"/>
                <a:ea typeface="맑은 고딕"/>
              </a:rPr>
              <a:t>직무체계 표준화 → 직군 차별화 평가 → 직무기반 보상의 3개 모듈 추진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127248"/>
            <a:ext cx="7315200" cy="27432"/>
          </a:xfrm>
          <a:prstGeom prst="rect">
            <a:avLst/>
          </a:prstGeom>
          <a:solidFill>
            <a:srgbClr val="91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Approach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현황진단을 토대로 3개 모듈을 단계적·병행 추진하며 변화관리를 동반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39" y="2286000"/>
            <a:ext cx="2011680" cy="548640"/>
          </a:xfrm>
          <a:prstGeom prst="roundRect">
            <a:avLst/>
          </a:prstGeom>
          <a:solidFill>
            <a:srgbClr val="921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현황 진단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4339" y="2880360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Quick Review
방향성 수립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73451" y="242316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0" i="0">
                <a:solidFill>
                  <a:srgbClr val="919191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74620" y="2286000"/>
            <a:ext cx="2011680" cy="548640"/>
          </a:xfrm>
          <a:prstGeom prst="roundRect">
            <a:avLst/>
          </a:prstGeom>
          <a:solidFill>
            <a:srgbClr val="921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M1 직무체계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74620" y="2880360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표준화
AI 직무기술서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13732" y="242316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0" i="0">
                <a:solidFill>
                  <a:srgbClr val="919191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14900" y="2286000"/>
            <a:ext cx="2011680" cy="548640"/>
          </a:xfrm>
          <a:prstGeom prst="roundRect">
            <a:avLst/>
          </a:prstGeom>
          <a:solidFill>
            <a:srgbClr val="921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M2 평가제도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4900" y="2880360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직군 차별화
평가모델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4012" y="242316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0" i="0">
                <a:solidFill>
                  <a:srgbClr val="919191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55180" y="2286000"/>
            <a:ext cx="2011680" cy="548640"/>
          </a:xfrm>
          <a:prstGeom prst="roundRect">
            <a:avLst/>
          </a:prstGeom>
          <a:solidFill>
            <a:srgbClr val="921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M3 보상제도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5180" y="2880360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Pay 설계
Simulation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413" y="3749039"/>
            <a:ext cx="1143000" cy="34747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0" i="1">
                <a:solidFill>
                  <a:srgbClr val="919191"/>
                </a:solidFill>
                <a:latin typeface="맑은 고딕"/>
                <a:ea typeface="맑은 고딕"/>
              </a:rPr>
              <a:t>변화관리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78838" y="3749039"/>
            <a:ext cx="8009229" cy="365760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전 과정에 리더·구성원 커뮤니케이션 및 코칭 동반 진행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7413" y="4169663"/>
            <a:ext cx="1143000" cy="34747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0" i="1">
                <a:solidFill>
                  <a:srgbClr val="919191"/>
                </a:solidFill>
                <a:latin typeface="맑은 고딕"/>
                <a:ea typeface="맑은 고딕"/>
              </a:rPr>
              <a:t>산출물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78838" y="4169663"/>
            <a:ext cx="8009229" cy="365760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표준 직무체계(안), 직무기술서, 평가/보상제도(안), 운영 가이드라인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직무체계 개선 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지주사의 직무 분류 철학을 계승하되, AI 기반 글로벌 벤치마킹과 생산직 특성을 반영해 직무체계를 신속히 표준화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1850" y="1458468"/>
            <a:ext cx="8641994" cy="304495"/>
          </a:xfrm>
          <a:prstGeom prst="roundRect">
            <a:avLst/>
          </a:prstGeom>
          <a:solidFill>
            <a:srgbClr val="91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직무체계 개선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" y="2633472"/>
            <a:ext cx="2770632" cy="3813048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100" b="0" i="0">
                <a:latin typeface="맑은 고딕"/>
                <a:ea typeface="맑은 고딕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" y="1920240"/>
            <a:ext cx="2770632" cy="722376"/>
          </a:xfrm>
          <a:prstGeom prst="roundRect">
            <a:avLst/>
          </a:prstGeom>
          <a:solidFill>
            <a:srgbClr val="921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Step 1. 직무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5" y="2724912"/>
            <a:ext cx="2587751" cy="7315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구성원 업무 목록·소요시간 등 직무 데이터 수집·분석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" y="3529584"/>
            <a:ext cx="2587751" cy="1325880"/>
          </a:xfrm>
          <a:prstGeom prst="roundRect">
            <a:avLst/>
          </a:prstGeom>
          <a:solidFill>
            <a:srgbClr val="356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AI 표준 직무체계
글로벌 표준 직무 DB 활용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5" y="4983480"/>
            <a:ext cx="2587751" cy="132588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404040"/>
                </a:solidFill>
                <a:latin typeface="맑은 고딕"/>
                <a:ea typeface="맑은 고딕"/>
              </a:rPr>
              <a:t>BM 대상·부서 R&amp;R 기준 등 직무체계 수립 원칙 설정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633472"/>
            <a:ext cx="2770632" cy="3813048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100" b="0" i="0">
                <a:latin typeface="맑은 고딕"/>
                <a:ea typeface="맑은 고딕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920240"/>
            <a:ext cx="2770632" cy="722376"/>
          </a:xfrm>
          <a:prstGeom prst="roundRect">
            <a:avLst/>
          </a:prstGeom>
          <a:solidFill>
            <a:srgbClr val="921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Step 2. 직무 분류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724912"/>
            <a:ext cx="2587751" cy="7315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가치사슬 / 업무 성격 기준 직군 정의 및 직무 도출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3529584"/>
            <a:ext cx="2587751" cy="1325880"/>
          </a:xfrm>
          <a:prstGeom prst="roundRect">
            <a:avLst/>
          </a:prstGeom>
          <a:solidFill>
            <a:srgbClr val="356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직무 분류 AI Agent
산업·업무 특성 기반 직무 정의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983480"/>
            <a:ext cx="2587751" cy="132588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404040"/>
                </a:solidFill>
                <a:latin typeface="맑은 고딕"/>
                <a:ea typeface="맑은 고딕"/>
              </a:rPr>
              <a:t>지주 Guide 정합 분류 기준 설정 + 세분화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01384" y="2633472"/>
            <a:ext cx="2770632" cy="3813048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100" b="0" i="0">
                <a:latin typeface="맑은 고딕"/>
                <a:ea typeface="맑은 고딕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01384" y="1920240"/>
            <a:ext cx="2770632" cy="722376"/>
          </a:xfrm>
          <a:prstGeom prst="roundRect">
            <a:avLst/>
          </a:prstGeom>
          <a:solidFill>
            <a:srgbClr val="921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Step 3. 직무 평가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2824" y="2724912"/>
            <a:ext cx="2587751" cy="7315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직무가치 기준 점수화·등급 도출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92824" y="3529584"/>
            <a:ext cx="2587751" cy="1325880"/>
          </a:xfrm>
          <a:prstGeom prst="roundRect">
            <a:avLst/>
          </a:prstGeom>
          <a:solidFill>
            <a:srgbClr val="356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직무평가 AI Persona
TF 합의 기준 기반 평가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2824" y="4983480"/>
            <a:ext cx="2587751" cy="132588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404040"/>
                </a:solidFill>
                <a:latin typeface="맑은 고딕"/>
                <a:ea typeface="맑은 고딕"/>
              </a:rPr>
              <a:t>직무평가 원칙·Calibration·Communication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41664" y="1472184"/>
            <a:ext cx="530352" cy="246888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800" b="0" i="0">
                <a:solidFill>
                  <a:srgbClr val="404040"/>
                </a:solidFill>
                <a:latin typeface="맑은 고딕"/>
                <a:ea typeface="맑은 고딕"/>
              </a:rPr>
              <a:t>예시적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직무분류체계 Framework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석유화학 직무 특성을 반영한 직군→직렬→직무 3단계 표준 분류체계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39" y="2286000"/>
            <a:ext cx="2011680" cy="548640"/>
          </a:xfrm>
          <a:prstGeom prst="roundRect">
            <a:avLst/>
          </a:prstGeom>
          <a:solidFill>
            <a:srgbClr val="921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직군
(Job Family)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4339" y="2880360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생산, 기술/연구,
영업, 경영지원 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73451" y="242316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0" i="0">
                <a:solidFill>
                  <a:srgbClr val="919191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74620" y="2286000"/>
            <a:ext cx="2011680" cy="548640"/>
          </a:xfrm>
          <a:prstGeom prst="roundRect">
            <a:avLst/>
          </a:prstGeom>
          <a:solidFill>
            <a:srgbClr val="921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직렬
(Job Series)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74620" y="2880360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직군 내
유사 직무 묶음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13732" y="242316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0" i="0">
                <a:solidFill>
                  <a:srgbClr val="919191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14900" y="2286000"/>
            <a:ext cx="2011680" cy="548640"/>
          </a:xfrm>
          <a:prstGeom prst="roundRect">
            <a:avLst/>
          </a:prstGeom>
          <a:solidFill>
            <a:srgbClr val="921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직무
(Job)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4900" y="2880360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표준 직무 단위
정의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4012" y="242316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0" i="0">
                <a:solidFill>
                  <a:srgbClr val="919191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55180" y="2286000"/>
            <a:ext cx="2011680" cy="548640"/>
          </a:xfrm>
          <a:prstGeom prst="roundRect">
            <a:avLst/>
          </a:prstGeom>
          <a:solidFill>
            <a:srgbClr val="921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직무기술서
(JD)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5180" y="2880360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미션·과업·스킬
자격요건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413" y="3749039"/>
            <a:ext cx="1143000" cy="34747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0" i="1">
                <a:solidFill>
                  <a:srgbClr val="919191"/>
                </a:solidFill>
                <a:latin typeface="맑은 고딕"/>
                <a:ea typeface="맑은 고딕"/>
              </a:rPr>
              <a:t>분류 기준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78838" y="3749039"/>
            <a:ext cx="8009229" cy="365760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업무 유사성·역량 공통성·가치사슬·조직구조 반영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7413" y="4169663"/>
            <a:ext cx="1143000" cy="34747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0" i="1">
                <a:solidFill>
                  <a:srgbClr val="919191"/>
                </a:solidFill>
                <a:latin typeface="맑은 고딕"/>
                <a:ea typeface="맑은 고딕"/>
              </a:rPr>
              <a:t>참조 표준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78838" y="4169663"/>
            <a:ext cx="8009229" cy="365760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APQC·ESCO·ISCO·O*NET·NCS 국제/국내 표준 매핑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직무체계 표준화 Process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Standard를 빠르게 제시하고 사업장 특수성에 맞추는 4단계 — 1개월 내 표준 초안 도출 목표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39" y="2286000"/>
            <a:ext cx="2011680" cy="548640"/>
          </a:xfrm>
          <a:prstGeom prst="roundRect">
            <a:avLst/>
          </a:prstGeom>
          <a:solidFill>
            <a:srgbClr val="921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Step1
표준 수집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4339" y="2880360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글로벌/국내
표준 직무 AI 수집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73451" y="242316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0" i="0">
                <a:solidFill>
                  <a:srgbClr val="919191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74620" y="2286000"/>
            <a:ext cx="2011680" cy="548640"/>
          </a:xfrm>
          <a:prstGeom prst="roundRect">
            <a:avLst/>
          </a:prstGeom>
          <a:solidFill>
            <a:srgbClr val="921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Step2
표준 도출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74620" y="2880360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지주 가이드 정합
공통 표준 확립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13732" y="242316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0" i="0">
                <a:solidFill>
                  <a:srgbClr val="919191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14900" y="2286000"/>
            <a:ext cx="2011680" cy="548640"/>
          </a:xfrm>
          <a:prstGeom prst="roundRect">
            <a:avLst/>
          </a:prstGeom>
          <a:solidFill>
            <a:srgbClr val="921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Step3
Custom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4900" y="2880360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사업장별 맥락
자료 수집·조정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4012" y="242316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0" i="0">
                <a:solidFill>
                  <a:srgbClr val="919191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55180" y="2286000"/>
            <a:ext cx="2011680" cy="548640"/>
          </a:xfrm>
          <a:prstGeom prst="roundRect">
            <a:avLst/>
          </a:prstGeom>
          <a:solidFill>
            <a:srgbClr val="921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Step4
검증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5180" y="2880360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TFT 협의
직무 확정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활용 직무기술서 작성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JobSkillEngine으로 직무기술서 초안을 자동 생성하고 현업 검증으로 현행화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7413" y="1777593"/>
            <a:ext cx="1143000" cy="45354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작성 방법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78838" y="1777593"/>
            <a:ext cx="8009229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AI 초안 생성 → 현업 인터뷰/검증 → 확정 (조사 부담 최소화)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7413" y="2316175"/>
            <a:ext cx="1143000" cy="45354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작성 항목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78838" y="2316175"/>
            <a:ext cx="8009229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직무 미션, 핵심 과업/활동, 스킬(KSAO), 자격요건, 평가지표 연계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7413" y="2854756"/>
            <a:ext cx="1143000" cy="45354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활용 도구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78838" y="2854756"/>
            <a:ext cx="8009229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JobSkillEngine(Claude API 기반) + HCG 표준 JD 템플릿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413" y="3393338"/>
            <a:ext cx="1143000" cy="45354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품질 관리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78838" y="3393338"/>
            <a:ext cx="8009229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직무 담당자·팀장 검토 → HR 최종 확인의 3단계 검증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[참고] 직무기술서 구성 체계 (KSAO)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표준 JD 양식 — 직무 수행에 필요한 지식·스킬·능력·기타특성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7413" y="1777593"/>
            <a:ext cx="1143000" cy="45354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Knowledge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78838" y="1777593"/>
            <a:ext cx="8009229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직무 수행에 필요한 전문 지식 영역 (공정·소재·안전·규제 등)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7413" y="2316175"/>
            <a:ext cx="1143000" cy="45354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Skill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78838" y="2316175"/>
            <a:ext cx="8009229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실무 수행 스킬 — 정규화된 스킬 디렉토리와 연계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7413" y="2854756"/>
            <a:ext cx="1143000" cy="45354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78838" y="2854756"/>
            <a:ext cx="8009229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직무 요구 능력/역량 (문제해결·협업·전문성 등)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413" y="3393338"/>
            <a:ext cx="1143000" cy="45354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Other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78838" y="3393338"/>
            <a:ext cx="8009229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자격증·경력·교대 가능 여부 등 직무 특이 요건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M2. 평가제도 개선  현황 및 방향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사무직 중심 평가를 직군 특성에 맞게 차별화 — 생산직 적용 가능한 모델 필요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1850" y="1468526"/>
            <a:ext cx="4140403" cy="304495"/>
          </a:xfrm>
          <a:prstGeom prst="roundRect">
            <a:avLst/>
          </a:prstGeom>
          <a:solidFill>
            <a:srgbClr val="921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현행 문제점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34356" y="1468526"/>
            <a:ext cx="4140403" cy="304495"/>
          </a:xfrm>
          <a:prstGeom prst="round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개선 방향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1850" y="1777593"/>
            <a:ext cx="4140403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단일 평가틀 — 직군 특성 미반영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34356" y="1777593"/>
            <a:ext cx="4140403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직군별 차별화 평가모델 설계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1850" y="2316175"/>
            <a:ext cx="4140403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생산직 평가 기준 부재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34356" y="2316175"/>
            <a:ext cx="4140403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투입·역량 지향 등 생산직 적합 모델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1850" y="2854756"/>
            <a:ext cx="4140403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목표·KPI 연계 형식화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34356" y="2854756"/>
            <a:ext cx="4140403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직무 KPI 기반 목표설정 체계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1850" y="3393338"/>
            <a:ext cx="4140403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평가 결과 수용성 저하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34356" y="3393338"/>
            <a:ext cx="4140403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AI 보조로 공정성·편향 완화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평가제도 개선  직군별 차별화 평가모델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각 직군·현장의 업무 특성 차이를 반영해 평가제도의 방향성을 차별화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874519"/>
            <a:ext cx="1892807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1" i="0">
                <a:solidFill>
                  <a:srgbClr val="919191"/>
                </a:solidFill>
                <a:latin typeface="맑은 고딕"/>
                <a:ea typeface="맑은 고딕"/>
              </a:rPr>
              <a:t>업무 특성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9624" y="1874519"/>
            <a:ext cx="2450592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1" i="0">
                <a:solidFill>
                  <a:srgbClr val="919191"/>
                </a:solidFill>
                <a:latin typeface="맑은 고딕"/>
                <a:ea typeface="맑은 고딕"/>
              </a:rPr>
              <a:t>핵심 방향성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22008" y="1874519"/>
            <a:ext cx="2368296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1" i="0">
                <a:solidFill>
                  <a:srgbClr val="919191"/>
                </a:solidFill>
                <a:latin typeface="맑은 고딕"/>
                <a:ea typeface="맑은 고딕"/>
              </a:rPr>
              <a:t>평가 반영방안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" y="2249424"/>
            <a:ext cx="1143000" cy="886968"/>
          </a:xfrm>
          <a:prstGeom prst="roundRect">
            <a:avLst/>
          </a:prstGeom>
          <a:solidFill>
            <a:srgbClr val="921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  <a:ea typeface="맑은 고딕"/>
              </a:rPr>
              <a:t>R&amp;D·신사업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49424"/>
            <a:ext cx="1892807" cy="88696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404040"/>
                </a:solidFill>
                <a:latin typeface="맑은 고딕"/>
                <a:ea typeface="맑은 고딕"/>
              </a:rPr>
              <a:t>사업/제품/신기술 개발에 장기 소요, 프로젝트 위주 수행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9624" y="2249424"/>
            <a:ext cx="2450592" cy="886968"/>
          </a:xfrm>
          <a:prstGeom prst="roundRect">
            <a:avLst/>
          </a:prstGeom>
          <a:solidFill>
            <a:srgbClr val="D9D9D9"/>
          </a:solidFill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900" b="1" i="0">
                <a:solidFill>
                  <a:srgbClr val="921F0B"/>
                </a:solidFill>
                <a:latin typeface="맑은 고딕"/>
                <a:ea typeface="맑은 고딕"/>
              </a:rPr>
              <a:t>“마일스톤 중심의 장기 성과 인정”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91656" y="2523744"/>
            <a:ext cx="429768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919191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22008" y="2249424"/>
            <a:ext cx="2368296" cy="88696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404040"/>
                </a:solidFill>
                <a:latin typeface="맑은 고딕"/>
                <a:ea typeface="맑은 고딕"/>
              </a:rPr>
              <a:t>마일스톤·Output 평가, R&amp;D 장기 성과급 체계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" y="3246120"/>
            <a:ext cx="1143000" cy="886968"/>
          </a:xfrm>
          <a:prstGeom prst="roundRect">
            <a:avLst/>
          </a:prstGeom>
          <a:solidFill>
            <a:srgbClr val="921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  <a:ea typeface="맑은 고딕"/>
              </a:rPr>
              <a:t>영업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246120"/>
            <a:ext cx="1892807" cy="88696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404040"/>
                </a:solidFill>
                <a:latin typeface="맑은 고딕"/>
                <a:ea typeface="맑은 고딕"/>
              </a:rPr>
              <a:t>B2B 채널별 장기 영업 활동, 성과 가시성 높음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9624" y="3246120"/>
            <a:ext cx="2450592" cy="886968"/>
          </a:xfrm>
          <a:prstGeom prst="roundRect">
            <a:avLst/>
          </a:prstGeom>
          <a:solidFill>
            <a:srgbClr val="D9D9D9"/>
          </a:solidFill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900" b="1" i="0">
                <a:solidFill>
                  <a:srgbClr val="921F0B"/>
                </a:solidFill>
                <a:latin typeface="맑은 고딕"/>
                <a:ea typeface="맑은 고딕"/>
              </a:rPr>
              <a:t>“목표 달성 기반 개인 성과 인정”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656" y="3520439"/>
            <a:ext cx="429768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919191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22008" y="3246120"/>
            <a:ext cx="2368296" cy="88696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404040"/>
                </a:solidFill>
                <a:latin typeface="맑은 고딕"/>
                <a:ea typeface="맑은 고딕"/>
              </a:rPr>
              <a:t>채널 난이도 가중치 반영, 개인 성과/보상 연계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" y="4233672"/>
            <a:ext cx="1143000" cy="886968"/>
          </a:xfrm>
          <a:prstGeom prst="roundRect">
            <a:avLst/>
          </a:prstGeom>
          <a:solidFill>
            <a:srgbClr val="921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  <a:ea typeface="맑은 고딕"/>
              </a:rPr>
              <a:t>생산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233672"/>
            <a:ext cx="1892807" cy="88696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404040"/>
                </a:solidFill>
                <a:latin typeface="맑은 고딕"/>
                <a:ea typeface="맑은 고딕"/>
              </a:rPr>
              <a:t>수율·설비·원가 등 반복·절대적 수행 업무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9624" y="4233672"/>
            <a:ext cx="2450592" cy="886968"/>
          </a:xfrm>
          <a:prstGeom prst="roundRect">
            <a:avLst/>
          </a:prstGeom>
          <a:solidFill>
            <a:srgbClr val="D9D9D9"/>
          </a:solidFill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900" b="1" i="0">
                <a:solidFill>
                  <a:srgbClr val="921F0B"/>
                </a:solidFill>
                <a:latin typeface="맑은 고딕"/>
                <a:ea typeface="맑은 고딕"/>
              </a:rPr>
              <a:t>“조직 단위 성과·절대 수준 관리”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6" y="4507992"/>
            <a:ext cx="429768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919191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22008" y="4233672"/>
            <a:ext cx="2368296" cy="88696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404040"/>
                </a:solidFill>
                <a:latin typeface="맑은 고딕"/>
                <a:ea typeface="맑은 고딕"/>
              </a:rPr>
              <a:t>절대평가 고려, 조직 성과 연계 보상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" y="5248656"/>
            <a:ext cx="1143000" cy="886968"/>
          </a:xfrm>
          <a:prstGeom prst="roundRect">
            <a:avLst/>
          </a:prstGeom>
          <a:solidFill>
            <a:srgbClr val="921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  <a:ea typeface="맑은 고딕"/>
              </a:rPr>
              <a:t>경영지원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248656"/>
            <a:ext cx="1892807" cy="88696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404040"/>
                </a:solidFill>
                <a:latin typeface="맑은 고딕"/>
                <a:ea typeface="맑은 고딕"/>
              </a:rPr>
              <a:t>전사 과제·글로벌 법인 지원, 가시성 낮음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9624" y="5248656"/>
            <a:ext cx="2450592" cy="886968"/>
          </a:xfrm>
          <a:prstGeom prst="roundRect">
            <a:avLst/>
          </a:prstGeom>
          <a:solidFill>
            <a:srgbClr val="D9D9D9"/>
          </a:solidFill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900" b="1" i="0">
                <a:solidFill>
                  <a:srgbClr val="921F0B"/>
                </a:solidFill>
                <a:latin typeface="맑은 고딕"/>
                <a:ea typeface="맑은 고딕"/>
              </a:rPr>
              <a:t>“핵심 과제 중심 상시관리·협업”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1656" y="5522976"/>
            <a:ext cx="429768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919191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2008" y="5248656"/>
            <a:ext cx="2368296" cy="88696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404040"/>
                </a:solidFill>
                <a:latin typeface="맑은 고딕"/>
                <a:ea typeface="맑은 고딕"/>
              </a:rPr>
              <a:t>핵심과제 목표설정, 협업 지표 반영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" y="6236208"/>
            <a:ext cx="864108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 i="1">
                <a:solidFill>
                  <a:srgbClr val="921F0B"/>
                </a:solidFill>
                <a:latin typeface="맑은 고딕"/>
                <a:ea typeface="맑은 고딕"/>
              </a:rPr>
              <a:t>“각 직군별 업무 특성을 반영한 평가제도 마련으로 인력 관리의 효과성 제고”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41664" y="1472184"/>
            <a:ext cx="530352" cy="246888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800" b="0" i="0">
                <a:solidFill>
                  <a:srgbClr val="404040"/>
                </a:solidFill>
                <a:latin typeface="맑은 고딕"/>
                <a:ea typeface="맑은 고딕"/>
              </a:rPr>
              <a:t>예시적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평가제도 수립 Process Map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가설적 결론이 아닌 '도출 과정'을 보여주는 4단계 수립 프로세스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39" y="2286000"/>
            <a:ext cx="2011680" cy="548640"/>
          </a:xfrm>
          <a:prstGeom prst="roundRect">
            <a:avLst/>
          </a:prstGeom>
          <a:solidFill>
            <a:srgbClr val="921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1. 직무 특성
도출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4339" y="2880360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직무별 일의
성격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73451" y="242316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0" i="0">
                <a:solidFill>
                  <a:srgbClr val="919191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74620" y="2286000"/>
            <a:ext cx="2011680" cy="548640"/>
          </a:xfrm>
          <a:prstGeom prst="roundRect">
            <a:avLst/>
          </a:prstGeom>
          <a:solidFill>
            <a:srgbClr val="921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2. 평가 유형
분류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74620" y="2880360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성과/투입/역량
지향 구분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13732" y="242316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0" i="0">
                <a:solidFill>
                  <a:srgbClr val="919191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14900" y="2286000"/>
            <a:ext cx="2011680" cy="548640"/>
          </a:xfrm>
          <a:prstGeom prst="roundRect">
            <a:avLst/>
          </a:prstGeom>
          <a:solidFill>
            <a:srgbClr val="921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3. 평가 틀
설계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4900" y="2880360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직군별 KPI·
역량 지표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4012" y="242316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0" i="0">
                <a:solidFill>
                  <a:srgbClr val="919191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55180" y="2286000"/>
            <a:ext cx="2011680" cy="548640"/>
          </a:xfrm>
          <a:prstGeom prst="roundRect">
            <a:avLst/>
          </a:prstGeom>
          <a:solidFill>
            <a:srgbClr val="921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4. 운영체계
수립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5180" y="2880360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주기·등급·
캘리브레이션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[참고] AI 기반 목표추천 · 업무 Check-in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talenX 등 시스템으로 목표 수립·리뷰를 보조해 운영 효율화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7413" y="1777593"/>
            <a:ext cx="1143000" cy="45354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목표 추천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78838" y="1777593"/>
            <a:ext cx="8009229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직무·과거 데이터 기반 AI 목표 추천으로 목표설정 부담 완화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7413" y="2316175"/>
            <a:ext cx="1143000" cy="45354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업무 Check-in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78838" y="2316175"/>
            <a:ext cx="8009229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상시 업무 기록·리뷰로 평가 근거 축적 (포스코·두산式 실패 방지)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7413" y="2854756"/>
            <a:ext cx="1143000" cy="45354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효율화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78838" y="2854756"/>
            <a:ext cx="8009229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관리자 부담 최소화 — 시스템 자동 트래킹으로 passive 운영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413" y="3393338"/>
            <a:ext cx="1143000" cy="45354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연계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78838" y="3393338"/>
            <a:ext cx="8009229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수립된 직무·평가 데이터와 연동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평가 운영체계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연간 성과관리 Cycle — 목표설정부터 보상 연계까지 일원화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39" y="2286000"/>
            <a:ext cx="2011680" cy="548640"/>
          </a:xfrm>
          <a:prstGeom prst="roundRect">
            <a:avLst/>
          </a:prstGeom>
          <a:solidFill>
            <a:srgbClr val="921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연초
목표설정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4339" y="2880360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직무 KPI
목표 합의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73451" y="242316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0" i="0">
                <a:solidFill>
                  <a:srgbClr val="919191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74620" y="2286000"/>
            <a:ext cx="2011680" cy="548640"/>
          </a:xfrm>
          <a:prstGeom prst="roundRect">
            <a:avLst/>
          </a:prstGeom>
          <a:solidFill>
            <a:srgbClr val="921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반기
중간점검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74620" y="2880360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실적 Review
코칭·피드백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13732" y="242316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0" i="0">
                <a:solidFill>
                  <a:srgbClr val="919191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14900" y="2286000"/>
            <a:ext cx="2011680" cy="548640"/>
          </a:xfrm>
          <a:prstGeom prst="roundRect">
            <a:avLst/>
          </a:prstGeom>
          <a:solidFill>
            <a:srgbClr val="921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연말
종합평가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4900" y="2880360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성과+역량
종합 평가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4012" y="242316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0" i="0">
                <a:solidFill>
                  <a:srgbClr val="919191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55180" y="2286000"/>
            <a:ext cx="2011680" cy="548640"/>
          </a:xfrm>
          <a:prstGeom prst="roundRect">
            <a:avLst/>
          </a:prstGeom>
          <a:solidFill>
            <a:srgbClr val="921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차년
결과활용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5180" y="2880360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보상 연계
육성 계획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M3. 보상제도 개선  원칙 및 방향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직무가치와 직군 특성을 반영한 보상 — '어떤 순서로 개선할지' 프로세스 중심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1850" y="1468526"/>
            <a:ext cx="4140403" cy="304495"/>
          </a:xfrm>
          <a:prstGeom prst="roundRect">
            <a:avLst/>
          </a:prstGeom>
          <a:solidFill>
            <a:srgbClr val="921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현행 보상 구조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34356" y="1468526"/>
            <a:ext cx="4140403" cy="304495"/>
          </a:xfrm>
          <a:prstGeom prst="round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개선 방향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1850" y="1777593"/>
            <a:ext cx="4140403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연공·획일 — 직무가치 미반영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34356" y="1777593"/>
            <a:ext cx="4140403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Pay Policy(보상 원칙/정책선) 정립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1850" y="2316175"/>
            <a:ext cx="4140403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직군 간 보상 형평성 이슈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34356" y="2316175"/>
            <a:ext cx="4140403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사무직·생산직 Pay Mix 차별화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1850" y="2854756"/>
            <a:ext cx="4140403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성과 연계 약함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34356" y="2854756"/>
            <a:ext cx="4140403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평가-보상 Contributor Connection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1850" y="3393338"/>
            <a:ext cx="4140403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외부 경쟁력 검증 미흡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34356" y="3393338"/>
            <a:ext cx="4140403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시장 BM 기반 Pay Level 결정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보상제도 개선  4P 기반 보상체계 설계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Pay Policy → Pay Level → Pay Structure → Pay Mix의 4P 관점으로 직무가치·직군 특성을 반영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7413" y="1777593"/>
            <a:ext cx="1143000" cy="45354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Pay Policy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78838" y="1777593"/>
            <a:ext cx="8009229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보상 원칙·정책선(시장 대비 지향 수준) 가이드 수립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7413" y="2316175"/>
            <a:ext cx="1143000" cy="45354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Pay Level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78838" y="2316175"/>
            <a:ext cx="8009229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충원 필요 직군 중심 시장 BM으로 외부 경쟁력(수준) 확보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7413" y="2854756"/>
            <a:ext cx="1143000" cy="45354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Pay Structure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78838" y="2854756"/>
            <a:ext cx="8009229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직무가치 기반 급여 대역(Pay Band)·등급 구조 설계 + 평가-보상 Contributor Connection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413" y="3393338"/>
            <a:ext cx="1143000" cy="45354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Pay Mix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78838" y="3393338"/>
            <a:ext cx="8009229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사무직·생산직 등 직군별 기본급/변동급 조합(Mix) 차별화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보상 Simulation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변동급 상세 설계보다 재원 영향 Simulation으로 의사결정 지원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7413" y="1777593"/>
            <a:ext cx="1143000" cy="45354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목표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78838" y="1777593"/>
            <a:ext cx="8009229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현행 인건비 영향 범위 내에서 직무가치 반영 구조 전환 검토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7413" y="2316175"/>
            <a:ext cx="1143000" cy="45354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시나리오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78838" y="2316175"/>
            <a:ext cx="8009229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현행 유지형 / 점진 전환형 / 즉시 전환형 비교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7413" y="2854756"/>
            <a:ext cx="1143000" cy="45354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분석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78838" y="2854756"/>
            <a:ext cx="8009229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직무등급 × Pay Band 대비 현행 급여 분포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413" y="3393338"/>
            <a:ext cx="1143000" cy="45354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협의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78838" y="3393338"/>
            <a:ext cx="8009229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노조·구성원 커뮤니케이션 및 이해관계자 합의 계획 포함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" y="2560320"/>
            <a:ext cx="822960" cy="822960"/>
          </a:xfrm>
          <a:prstGeom prst="ellipse">
            <a:avLst/>
          </a:prstGeom>
          <a:solidFill>
            <a:srgbClr val="921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맑은 고딕"/>
                <a:ea typeface="맑은 고딕"/>
              </a:rPr>
              <a:t>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246888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921F0B"/>
                </a:solidFill>
                <a:latin typeface="맑은 고딕"/>
                <a:ea typeface="맑은 고딕"/>
              </a:rPr>
              <a:t>일정 및 조직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32004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404040"/>
                </a:solidFill>
                <a:latin typeface="맑은 고딕"/>
                <a:ea typeface="맑은 고딕"/>
              </a:rPr>
              <a:t>16주 추진 일정, 수행조직, 투입인력 및 제안 비용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127248"/>
            <a:ext cx="7315200" cy="27432"/>
          </a:xfrm>
          <a:prstGeom prst="rect">
            <a:avLst/>
          </a:prstGeom>
          <a:solidFill>
            <a:srgbClr val="91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추진 일정 (16주)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직무체계 표준 초안을 빠르게 확보하고 Fine-tuning·평가/보상을 병행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" y="2286000"/>
            <a:ext cx="1645920" cy="548640"/>
          </a:xfrm>
          <a:prstGeom prst="roundRect">
            <a:avLst/>
          </a:prstGeom>
          <a:solidFill>
            <a:srgbClr val="921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W1-2
킥오프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2880360"/>
            <a:ext cx="1645920" cy="7315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현황자료 수집
방향성 수립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01951" y="242316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0" i="0">
                <a:solidFill>
                  <a:srgbClr val="919191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2286000"/>
            <a:ext cx="1645920" cy="548640"/>
          </a:xfrm>
          <a:prstGeom prst="roundRect">
            <a:avLst/>
          </a:prstGeom>
          <a:solidFill>
            <a:srgbClr val="921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W3-6
직무표준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880360"/>
            <a:ext cx="1645920" cy="7315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표준 직무체계
초안 도출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76472" y="242316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0" i="0">
                <a:solidFill>
                  <a:srgbClr val="919191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2286000"/>
            <a:ext cx="1645920" cy="548640"/>
          </a:xfrm>
          <a:prstGeom prst="roundRect">
            <a:avLst/>
          </a:prstGeom>
          <a:solidFill>
            <a:srgbClr val="921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W7-10
직무확정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2880360"/>
            <a:ext cx="1645920" cy="7315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사업장 Custom
AI 직무기술서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50992" y="242316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0" i="0">
                <a:solidFill>
                  <a:srgbClr val="919191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59" y="2286000"/>
            <a:ext cx="1645920" cy="548640"/>
          </a:xfrm>
          <a:prstGeom prst="roundRect">
            <a:avLst/>
          </a:prstGeom>
          <a:solidFill>
            <a:srgbClr val="921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W11-14
평가·보상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59" y="2880360"/>
            <a:ext cx="1645920" cy="7315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평가모델·보상
설계·Simulation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5511" y="242316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0" i="0">
                <a:solidFill>
                  <a:srgbClr val="919191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2286000"/>
            <a:ext cx="1645920" cy="548640"/>
          </a:xfrm>
          <a:prstGeom prst="roundRect">
            <a:avLst/>
          </a:prstGeom>
          <a:solidFill>
            <a:srgbClr val="921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W15-16
완료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2880360"/>
            <a:ext cx="1645920" cy="7315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0" i="0">
                <a:solidFill>
                  <a:srgbClr val="404040"/>
                </a:solidFill>
                <a:latin typeface="맑은 고딕"/>
                <a:ea typeface="맑은 고딕"/>
              </a:rPr>
              <a:t>운영 가이드
최종 보고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수행 조직 및 역할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롯데케미칼 TFT와 HCG 전문 컨설턴트의 긴밀한 협업 체계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1850" y="1468526"/>
            <a:ext cx="4140403" cy="304495"/>
          </a:xfrm>
          <a:prstGeom prst="roundRect">
            <a:avLst/>
          </a:prstGeom>
          <a:solidFill>
            <a:srgbClr val="921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롯데케미칼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34356" y="1468526"/>
            <a:ext cx="4140403" cy="304495"/>
          </a:xfrm>
          <a:prstGeom prst="round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HCG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1850" y="1777593"/>
            <a:ext cx="4140403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프로젝트 스폰서 / HR 주관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34356" y="1777593"/>
            <a:ext cx="4140403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PM — 전체 총괄·품질 관리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1850" y="2316175"/>
            <a:ext cx="4140403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직무 TFT (사업장·직군 대표)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34356" y="2316175"/>
            <a:ext cx="4140403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직무체계 전문 컨설턴트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1850" y="2854756"/>
            <a:ext cx="4140403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현업 인터뷰/검증 참여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34356" y="2854756"/>
            <a:ext cx="4140403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평가·보상 전문 컨설턴트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1850" y="3393338"/>
            <a:ext cx="4140403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의사결정 및 내부 합의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34356" y="3393338"/>
            <a:ext cx="4140403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JobSkillEngine AI 운영 지원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투입 인력 및 제안 비용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롯데케미칼 직무기반 HR제도 설계 및 도입 컨설팅 (잠정 — 협의 변동)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7413" y="1777593"/>
            <a:ext cx="1143000" cy="45354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인력 구성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78838" y="1777593"/>
            <a:ext cx="8009229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PM 1명 + 직무체계 전문 1명 + 평가·보상 전문 1~2명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7413" y="2316175"/>
            <a:ext cx="1143000" cy="45354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투입 기간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78838" y="2316175"/>
            <a:ext cx="8009229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16주 (약 4개월) — 킥오프~최종 보고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7413" y="2854756"/>
            <a:ext cx="1143000" cy="45354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제안 금액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78838" y="2854756"/>
            <a:ext cx="8009229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별도 협의 (범위·투입형태·사업장 수에 따라 변동; 부가세 별도)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413" y="3393338"/>
            <a:ext cx="1143000" cy="45354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산출물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78838" y="3393338"/>
            <a:ext cx="8009229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표준 직무체계(안), 직무기술서(전직무), 평가/보상제도(안), 운영 가이드라인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" y="2560320"/>
            <a:ext cx="822960" cy="822960"/>
          </a:xfrm>
          <a:prstGeom prst="ellipse">
            <a:avLst/>
          </a:prstGeom>
          <a:solidFill>
            <a:srgbClr val="921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맑은 고딕"/>
                <a:ea typeface="맑은 고딕"/>
              </a:rPr>
              <a:t>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246888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921F0B"/>
                </a:solidFill>
                <a:latin typeface="맑은 고딕"/>
                <a:ea typeface="맑은 고딕"/>
              </a:rPr>
              <a:t>HCG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32004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404040"/>
                </a:solidFill>
                <a:latin typeface="맑은 고딕"/>
                <a:ea typeface="맑은 고딕"/>
              </a:rPr>
              <a:t>국내 최대·유일의 HR End-to-End 전문가 그룹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127248"/>
            <a:ext cx="7315200" cy="27432"/>
          </a:xfrm>
          <a:prstGeom prst="rect">
            <a:avLst/>
          </a:prstGeom>
          <a:solidFill>
            <a:srgbClr val="91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HCG 소개 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휴먼컨설팅그룹(HCG)은 HR 컨설팅부터 시스템·AI까지 End-to-End 서비스를 제공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7413" y="1777593"/>
            <a:ext cx="1143000" cy="45354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정체성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78838" y="1777593"/>
            <a:ext cx="8009229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국내 최대·유일의 HR 전문가 그룹 — 컨설팅 + Implementation +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7413" y="2316175"/>
            <a:ext cx="1143000" cy="45354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전문성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78838" y="2316175"/>
            <a:ext cx="8009229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직무·평가·보상·조직문화·HR DT 전 영역 컨설팅 역량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7413" y="2854756"/>
            <a:ext cx="1143000" cy="45354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AI 역량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78838" y="2854756"/>
            <a:ext cx="8009229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JobSkillEngine·talenX 등 자체 HR AI/솔루션 보유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413" y="3393338"/>
            <a:ext cx="1143000" cy="45354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실적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78838" y="3393338"/>
            <a:ext cx="8009229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870여 고객사 / 다수 대기업 HR 제도 구축 경험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HCG 사업 영역 / 컨설팅 서비스 영역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HR 전 생애주기를 아우르는 컨설팅·솔루션 포트폴리오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1850" y="1468526"/>
            <a:ext cx="4140403" cy="304495"/>
          </a:xfrm>
          <a:prstGeom prst="roundRect">
            <a:avLst/>
          </a:prstGeom>
          <a:solidFill>
            <a:srgbClr val="921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사업 영역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34356" y="1468526"/>
            <a:ext cx="4140403" cy="304495"/>
          </a:xfrm>
          <a:prstGeom prst="round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컨설팅 서비스 영역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1850" y="1777593"/>
            <a:ext cx="4140403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HR 컨설팅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34356" y="1777593"/>
            <a:ext cx="4140403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직무체계·직무분석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1850" y="2316175"/>
            <a:ext cx="4140403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HR 솔루션/시스템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34356" y="2316175"/>
            <a:ext cx="4140403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평가·보상제도 설계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1850" y="2854756"/>
            <a:ext cx="4140403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HR AI (직무·스킬)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34356" y="2854756"/>
            <a:ext cx="4140403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조직문화·직원경험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1850" y="3393338"/>
            <a:ext cx="4140403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교육·코칭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34356" y="3393338"/>
            <a:ext cx="4140403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성과관리(OKR)·HR DT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주요 고객사 및 Long-term Relationship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대기업·제조·화학·금융 등 전 산업 870여 고객사와의 장기 파트너십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7413" y="1777593"/>
            <a:ext cx="1143000" cy="45354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제조/화학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78838" y="1777593"/>
            <a:ext cx="8009229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롯데알미늄, 코오롱인더스트리, 포스코인터내셔널, 코스맥스 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7413" y="2316175"/>
            <a:ext cx="1143000" cy="45354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대기업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78838" y="2316175"/>
            <a:ext cx="8009229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기아, 현대자동차, GS에너지, 매일그룹 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7413" y="2854756"/>
            <a:ext cx="1143000" cy="45354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바이오/제약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78838" y="2854756"/>
            <a:ext cx="8009229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녹십자, 한림제약, 네오이뮨텍 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413" y="3393338"/>
            <a:ext cx="1143000" cy="45354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1">
                <a:solidFill>
                  <a:srgbClr val="919191"/>
                </a:solidFill>
                <a:latin typeface="맑은 고딕"/>
                <a:ea typeface="맑은 고딕"/>
              </a:rPr>
              <a:t>파트너십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78838" y="3393338"/>
            <a:ext cx="8009229" cy="453542"/>
          </a:xfrm>
          <a:prstGeom prst="roundRect">
            <a:avLst/>
          </a:prstGeom>
          <a:noFill/>
          <a:ln w="6350">
            <a:solidFill>
              <a:schemeClr val="dk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36576" tIns="18288" bIns="18288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04040"/>
                </a:solidFill>
                <a:latin typeface="맑은 고딕"/>
                <a:ea typeface="맑은 고딕"/>
              </a:rPr>
              <a:t>단발 프로젝트가 아닌 제도 정착까지의 Long-term Relationship 지향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HCG_Tempalte">
  <a:themeElements>
    <a:clrScheme name="HCG_Template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FFFFFF"/>
      </a:accent1>
      <a:accent2>
        <a:srgbClr val="A1D1F1"/>
      </a:accent2>
      <a:accent3>
        <a:srgbClr val="356CB5"/>
      </a:accent3>
      <a:accent4>
        <a:srgbClr val="FFCC66"/>
      </a:accent4>
      <a:accent5>
        <a:srgbClr val="F16249"/>
      </a:accent5>
      <a:accent6>
        <a:srgbClr val="50B8B6"/>
      </a:accent6>
      <a:hlink>
        <a:srgbClr val="493FAB"/>
      </a:hlink>
      <a:folHlink>
        <a:srgbClr val="F2E0A8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4"/>
        </a:solidFill>
        <a:ln w="6350">
          <a:solidFill>
            <a:schemeClr val="bg2"/>
          </a:solidFill>
          <a:round/>
          <a:headEnd/>
          <a:tailEnd/>
        </a:ln>
        <a:effectLst/>
      </a:spPr>
      <a:bodyPr wrap="square" lIns="90000" tIns="46800" rIns="90000" bIns="46800" rtlCol="0" anchor="ctr">
        <a:noAutofit/>
      </a:bodyPr>
      <a:lstStyle>
        <a:defPPr marL="144000" marR="0" indent="-144000" algn="l" defTabSz="914400" rtl="0" eaLnBrk="1" fontAlgn="auto" latinLnBrk="0" hangingPunct="1">
          <a:lnSpc>
            <a:spcPct val="114000"/>
          </a:lnSpc>
          <a:spcBef>
            <a:spcPts val="600"/>
          </a:spcBef>
          <a:spcAft>
            <a:spcPct val="0"/>
          </a:spcAft>
          <a:buClrTx/>
          <a:buSzTx/>
          <a:buFont typeface="Wingdings" panose="05000000000000000000" pitchFamily="2" charset="2"/>
          <a:buChar char="§"/>
          <a:tabLst/>
          <a:defRPr kumimoji="1" sz="1200" b="1" i="0" u="none" strike="noStrike" kern="100" cap="none" spc="-100" normalizeH="0" noProof="0" dirty="0" smtClean="0">
            <a:ln>
              <a:solidFill>
                <a:schemeClr val="tx1">
                  <a:alpha val="0"/>
                </a:schemeClr>
              </a:solidFill>
            </a:ln>
            <a:solidFill>
              <a:srgbClr val="000000"/>
            </a:solidFill>
            <a:effectLst/>
            <a:uLnTx/>
            <a:uFillTx/>
            <a:latin typeface="맑은 고딕" pitchFamily="50" charset="-127"/>
            <a:ea typeface="맑은 고딕" pitchFamily="50" charset="-127"/>
            <a:cs typeface="+mn-cs"/>
          </a:defRPr>
        </a:defPPr>
      </a:lstStyle>
    </a:spDef>
    <a:lnDef>
      <a:spPr bwMode="auto">
        <a:solidFill>
          <a:schemeClr val="accent1"/>
        </a:solidFill>
        <a:ln w="6350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square" lIns="90000" tIns="46800" rIns="90000" bIns="46800" rtlCol="0">
        <a:spAutoFit/>
      </a:bodyPr>
      <a:lstStyle>
        <a:defPPr marL="144000" indent="-144000" algn="l" eaLnBrk="1" fontAlgn="auto" hangingPunct="1">
          <a:spcBef>
            <a:spcPts val="600"/>
          </a:spcBef>
          <a:buFont typeface="Wingdings" panose="05000000000000000000" pitchFamily="2" charset="2"/>
          <a:buChar char="§"/>
          <a:defRPr kern="100" spc="-100" dirty="0" smtClean="0">
            <a:ln w="9525">
              <a:solidFill>
                <a:schemeClr val="tx1">
                  <a:alpha val="0"/>
                </a:schemeClr>
              </a:solidFill>
            </a:ln>
            <a:solidFill>
              <a:srgbClr val="000000"/>
            </a:solidFill>
          </a:defRPr>
        </a:defPPr>
      </a:lstStyle>
    </a:tx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HCG_Template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FFFFFF"/>
      </a:accent1>
      <a:accent2>
        <a:srgbClr val="A1D1F1"/>
      </a:accent2>
      <a:accent3>
        <a:srgbClr val="356CB5"/>
      </a:accent3>
      <a:accent4>
        <a:srgbClr val="FFCC66"/>
      </a:accent4>
      <a:accent5>
        <a:srgbClr val="F16249"/>
      </a:accent5>
      <a:accent6>
        <a:srgbClr val="50B8B6"/>
      </a:accent6>
      <a:hlink>
        <a:srgbClr val="493FAB"/>
      </a:hlink>
      <a:folHlink>
        <a:srgbClr val="F2E0A8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>
            <a:lumMod val="20000"/>
            <a:lumOff val="80000"/>
          </a:schemeClr>
        </a:solidFill>
        <a:ln>
          <a:noFill/>
        </a:ln>
      </a:spPr>
      <a:bodyPr rtlCol="0" anchor="ctr"/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10794</TotalTime>
  <Words>4250</Words>
  <Application>Microsoft Office PowerPoint</Application>
  <PresentationFormat>A4 용지(210x297mm)</PresentationFormat>
  <Paragraphs>718</Paragraphs>
  <Slides>25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4" baseType="lpstr">
      <vt:lpstr>KoPubWorld돋움체 Light</vt:lpstr>
      <vt:lpstr>돋움</vt:lpstr>
      <vt:lpstr>맑은 고딕</vt:lpstr>
      <vt:lpstr>Malgun Gothic Semilight</vt:lpstr>
      <vt:lpstr>Malgun Gothic Semilight</vt:lpstr>
      <vt:lpstr>Arial</vt:lpstr>
      <vt:lpstr>Wingdings</vt:lpstr>
      <vt:lpstr>Wingdings 3</vt:lpstr>
      <vt:lpstr>HCG_Tempalte</vt:lpstr>
      <vt:lpstr>롯데알미늄 직무기반HR 제도 설계 및 도입</vt:lpstr>
      <vt:lpstr>PowerPoint 프레젠테이션</vt:lpstr>
      <vt:lpstr>Project Overview</vt:lpstr>
      <vt:lpstr>Client’s Needs &amp; Pain Point</vt:lpstr>
      <vt:lpstr>HCG’s Approach</vt:lpstr>
      <vt:lpstr>[참고] 高맥락 컨설팅 접근 방식</vt:lpstr>
      <vt:lpstr>유사 프로젝트 수행 사례</vt:lpstr>
      <vt:lpstr>직무체계 개선    Overview</vt:lpstr>
      <vt:lpstr>직무체계 개선    Process</vt:lpstr>
      <vt:lpstr>직무체계 개선    직무체계 표준화</vt:lpstr>
      <vt:lpstr>[참고] Global Job Skill 분석 결과 예시</vt:lpstr>
      <vt:lpstr>평가제도 개선    Overview</vt:lpstr>
      <vt:lpstr>평가제도 개선    직군별 차별화 평가모델</vt:lpstr>
      <vt:lpstr>[참고] AI 기반 업무 Check-in 시스템 활용 예시</vt:lpstr>
      <vt:lpstr>평가제도 개선    평가운영체계</vt:lpstr>
      <vt:lpstr>보상제도 개선    Overview</vt:lpstr>
      <vt:lpstr>보상제도 개선    보상 지향점 / 정책선 설정</vt:lpstr>
      <vt:lpstr>보상제도 개선    보상제도 설계</vt:lpstr>
      <vt:lpstr>보상제도 개선    보상 Simulation</vt:lpstr>
      <vt:lpstr>PowerPoint 프레젠테이션</vt:lpstr>
      <vt:lpstr>Overview</vt:lpstr>
      <vt:lpstr>사업 영역</vt:lpstr>
      <vt:lpstr>컨설팅 영역</vt:lpstr>
      <vt:lpstr>주요 고객사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HCG</dc:title>
  <dc:creator/>
  <cp:lastModifiedBy>박 창규</cp:lastModifiedBy>
  <cp:revision>2716</cp:revision>
  <cp:lastPrinted>2025-08-26T06:09:21Z</cp:lastPrinted>
  <dcterms:created xsi:type="dcterms:W3CDTF">2020-04-27T08:54:27Z</dcterms:created>
  <dcterms:modified xsi:type="dcterms:W3CDTF">2026-03-05T06:52:24Z</dcterms:modified>
</cp:coreProperties>
</file>